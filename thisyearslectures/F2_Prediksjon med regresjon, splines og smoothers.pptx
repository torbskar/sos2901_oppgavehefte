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14" r:id="rId5"/>
    <p:sldId id="263" r:id="rId6"/>
    <p:sldId id="260" r:id="rId7"/>
    <p:sldId id="266" r:id="rId8"/>
    <p:sldId id="265" r:id="rId9"/>
    <p:sldId id="262" r:id="rId10"/>
    <p:sldId id="315" r:id="rId11"/>
    <p:sldId id="317" r:id="rId12"/>
    <p:sldId id="316" r:id="rId1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B3485A-FC74-42DC-B63C-E3476D89B905}" v="90" dt="2026-01-13T09:03:36.184"/>
    <p1510:client id="{FB4A6AB5-31EE-4A2F-9BB6-FB3C24609FE8}" v="153" dt="2026-01-12T23:14:29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bjørn Skardhamar" userId="a33c437c-465e-42c1-b920-4fca17f18356" providerId="ADAL" clId="{72B3485A-FC74-42DC-B63C-E3476D89B905}"/>
    <pc:docChg chg="undo custSel addSld delSld modSld sldOrd">
      <pc:chgData name="Torbjørn Skardhamar" userId="a33c437c-465e-42c1-b920-4fca17f18356" providerId="ADAL" clId="{72B3485A-FC74-42DC-B63C-E3476D89B905}" dt="2026-01-13T09:04:46.929" v="2303" actId="20577"/>
      <pc:docMkLst>
        <pc:docMk/>
      </pc:docMkLst>
      <pc:sldChg chg="modSp mod">
        <pc:chgData name="Torbjørn Skardhamar" userId="a33c437c-465e-42c1-b920-4fca17f18356" providerId="ADAL" clId="{72B3485A-FC74-42DC-B63C-E3476D89B905}" dt="2026-01-12T18:26:59.543" v="51" actId="20577"/>
        <pc:sldMkLst>
          <pc:docMk/>
          <pc:sldMk cId="2079503461" sldId="259"/>
        </pc:sldMkLst>
        <pc:spChg chg="mod">
          <ac:chgData name="Torbjørn Skardhamar" userId="a33c437c-465e-42c1-b920-4fca17f18356" providerId="ADAL" clId="{72B3485A-FC74-42DC-B63C-E3476D89B905}" dt="2026-01-12T18:26:59.543" v="51" actId="20577"/>
          <ac:spMkLst>
            <pc:docMk/>
            <pc:sldMk cId="2079503461" sldId="259"/>
            <ac:spMk id="2" creationId="{C4288836-193D-37EA-811E-CD8333454576}"/>
          </ac:spMkLst>
        </pc:spChg>
      </pc:sldChg>
      <pc:sldChg chg="modSp mod">
        <pc:chgData name="Torbjørn Skardhamar" userId="a33c437c-465e-42c1-b920-4fca17f18356" providerId="ADAL" clId="{72B3485A-FC74-42DC-B63C-E3476D89B905}" dt="2026-01-13T07:53:42.889" v="647" actId="20577"/>
        <pc:sldMkLst>
          <pc:docMk/>
          <pc:sldMk cId="1186206682" sldId="260"/>
        </pc:sldMkLst>
        <pc:spChg chg="mod">
          <ac:chgData name="Torbjørn Skardhamar" userId="a33c437c-465e-42c1-b920-4fca17f18356" providerId="ADAL" clId="{72B3485A-FC74-42DC-B63C-E3476D89B905}" dt="2026-01-13T07:53:42.889" v="647" actId="20577"/>
          <ac:spMkLst>
            <pc:docMk/>
            <pc:sldMk cId="1186206682" sldId="260"/>
            <ac:spMk id="3" creationId="{7F09C51C-9329-37FA-8ED1-4A70440AAFC5}"/>
          </ac:spMkLst>
        </pc:spChg>
      </pc:sldChg>
      <pc:sldChg chg="del">
        <pc:chgData name="Torbjørn Skardhamar" userId="a33c437c-465e-42c1-b920-4fca17f18356" providerId="ADAL" clId="{72B3485A-FC74-42DC-B63C-E3476D89B905}" dt="2026-01-13T08:10:22.328" v="966" actId="47"/>
        <pc:sldMkLst>
          <pc:docMk/>
          <pc:sldMk cId="3956285671" sldId="261"/>
        </pc:sldMkLst>
      </pc:sldChg>
      <pc:sldChg chg="modSp mod">
        <pc:chgData name="Torbjørn Skardhamar" userId="a33c437c-465e-42c1-b920-4fca17f18356" providerId="ADAL" clId="{72B3485A-FC74-42DC-B63C-E3476D89B905}" dt="2026-01-13T08:15:40.223" v="1220" actId="20577"/>
        <pc:sldMkLst>
          <pc:docMk/>
          <pc:sldMk cId="3526192227" sldId="262"/>
        </pc:sldMkLst>
        <pc:spChg chg="mod">
          <ac:chgData name="Torbjørn Skardhamar" userId="a33c437c-465e-42c1-b920-4fca17f18356" providerId="ADAL" clId="{72B3485A-FC74-42DC-B63C-E3476D89B905}" dt="2026-01-13T08:15:40.223" v="1220" actId="20577"/>
          <ac:spMkLst>
            <pc:docMk/>
            <pc:sldMk cId="3526192227" sldId="262"/>
            <ac:spMk id="3" creationId="{62A56B0C-6382-CD11-0276-8C5974C6A97F}"/>
          </ac:spMkLst>
        </pc:spChg>
      </pc:sldChg>
      <pc:sldChg chg="modSp mod">
        <pc:chgData name="Torbjørn Skardhamar" userId="a33c437c-465e-42c1-b920-4fca17f18356" providerId="ADAL" clId="{72B3485A-FC74-42DC-B63C-E3476D89B905}" dt="2026-01-13T07:47:56.385" v="67" actId="6549"/>
        <pc:sldMkLst>
          <pc:docMk/>
          <pc:sldMk cId="3059616929" sldId="263"/>
        </pc:sldMkLst>
        <pc:spChg chg="mod">
          <ac:chgData name="Torbjørn Skardhamar" userId="a33c437c-465e-42c1-b920-4fca17f18356" providerId="ADAL" clId="{72B3485A-FC74-42DC-B63C-E3476D89B905}" dt="2026-01-13T07:47:56.385" v="67" actId="6549"/>
          <ac:spMkLst>
            <pc:docMk/>
            <pc:sldMk cId="3059616929" sldId="263"/>
            <ac:spMk id="3" creationId="{0273CFE1-37A9-B9B7-E987-FD479445DCA0}"/>
          </ac:spMkLst>
        </pc:spChg>
      </pc:sldChg>
      <pc:sldChg chg="del">
        <pc:chgData name="Torbjørn Skardhamar" userId="a33c437c-465e-42c1-b920-4fca17f18356" providerId="ADAL" clId="{72B3485A-FC74-42DC-B63C-E3476D89B905}" dt="2026-01-13T07:41:10.337" v="55" actId="47"/>
        <pc:sldMkLst>
          <pc:docMk/>
          <pc:sldMk cId="3359004608" sldId="264"/>
        </pc:sldMkLst>
      </pc:sldChg>
      <pc:sldChg chg="modSp mod ord">
        <pc:chgData name="Torbjørn Skardhamar" userId="a33c437c-465e-42c1-b920-4fca17f18356" providerId="ADAL" clId="{72B3485A-FC74-42DC-B63C-E3476D89B905}" dt="2026-01-13T08:12:51.150" v="1086" actId="20577"/>
        <pc:sldMkLst>
          <pc:docMk/>
          <pc:sldMk cId="888208320" sldId="265"/>
        </pc:sldMkLst>
        <pc:spChg chg="mod">
          <ac:chgData name="Torbjørn Skardhamar" userId="a33c437c-465e-42c1-b920-4fca17f18356" providerId="ADAL" clId="{72B3485A-FC74-42DC-B63C-E3476D89B905}" dt="2026-01-13T08:12:51.150" v="1086" actId="20577"/>
          <ac:spMkLst>
            <pc:docMk/>
            <pc:sldMk cId="888208320" sldId="265"/>
            <ac:spMk id="2" creationId="{45361320-67DF-962C-1B09-C667BBD62723}"/>
          </ac:spMkLst>
        </pc:spChg>
        <pc:spChg chg="mod">
          <ac:chgData name="Torbjørn Skardhamar" userId="a33c437c-465e-42c1-b920-4fca17f18356" providerId="ADAL" clId="{72B3485A-FC74-42DC-B63C-E3476D89B905}" dt="2026-01-13T08:12:36.482" v="1067" actId="2711"/>
          <ac:spMkLst>
            <pc:docMk/>
            <pc:sldMk cId="888208320" sldId="265"/>
            <ac:spMk id="3" creationId="{146ECD21-5C52-88DC-E59E-F0AA4053731B}"/>
          </ac:spMkLst>
        </pc:spChg>
      </pc:sldChg>
      <pc:sldChg chg="modSp new mod">
        <pc:chgData name="Torbjørn Skardhamar" userId="a33c437c-465e-42c1-b920-4fca17f18356" providerId="ADAL" clId="{72B3485A-FC74-42DC-B63C-E3476D89B905}" dt="2026-01-13T08:10:04.559" v="965" actId="15"/>
        <pc:sldMkLst>
          <pc:docMk/>
          <pc:sldMk cId="1430141170" sldId="266"/>
        </pc:sldMkLst>
        <pc:spChg chg="mod">
          <ac:chgData name="Torbjørn Skardhamar" userId="a33c437c-465e-42c1-b920-4fca17f18356" providerId="ADAL" clId="{72B3485A-FC74-42DC-B63C-E3476D89B905}" dt="2026-01-12T18:26:41.543" v="17" actId="20577"/>
          <ac:spMkLst>
            <pc:docMk/>
            <pc:sldMk cId="1430141170" sldId="266"/>
            <ac:spMk id="2" creationId="{B7E5E788-F74A-8DA8-024C-E3CA33A47CBF}"/>
          </ac:spMkLst>
        </pc:spChg>
        <pc:spChg chg="mod">
          <ac:chgData name="Torbjørn Skardhamar" userId="a33c437c-465e-42c1-b920-4fca17f18356" providerId="ADAL" clId="{72B3485A-FC74-42DC-B63C-E3476D89B905}" dt="2026-01-13T08:10:04.559" v="965" actId="15"/>
          <ac:spMkLst>
            <pc:docMk/>
            <pc:sldMk cId="1430141170" sldId="266"/>
            <ac:spMk id="3" creationId="{0985265D-03A5-F495-E1EC-FCA45E5D07F2}"/>
          </ac:spMkLst>
        </pc:spChg>
      </pc:sldChg>
      <pc:sldChg chg="modSp new mod">
        <pc:chgData name="Torbjørn Skardhamar" userId="a33c437c-465e-42c1-b920-4fca17f18356" providerId="ADAL" clId="{72B3485A-FC74-42DC-B63C-E3476D89B905}" dt="2026-01-12T18:26:48.303" v="27" actId="20577"/>
        <pc:sldMkLst>
          <pc:docMk/>
          <pc:sldMk cId="475127283" sldId="267"/>
        </pc:sldMkLst>
        <pc:spChg chg="mod">
          <ac:chgData name="Torbjørn Skardhamar" userId="a33c437c-465e-42c1-b920-4fca17f18356" providerId="ADAL" clId="{72B3485A-FC74-42DC-B63C-E3476D89B905}" dt="2026-01-12T18:26:48.303" v="27" actId="20577"/>
          <ac:spMkLst>
            <pc:docMk/>
            <pc:sldMk cId="475127283" sldId="267"/>
            <ac:spMk id="2" creationId="{3CB73CB4-7A77-5C45-73EB-BBF0B2022862}"/>
          </ac:spMkLst>
        </pc:spChg>
      </pc:sldChg>
      <pc:sldChg chg="modSp add mod ord">
        <pc:chgData name="Torbjørn Skardhamar" userId="a33c437c-465e-42c1-b920-4fca17f18356" providerId="ADAL" clId="{72B3485A-FC74-42DC-B63C-E3476D89B905}" dt="2026-01-13T07:47:12.189" v="66" actId="20577"/>
        <pc:sldMkLst>
          <pc:docMk/>
          <pc:sldMk cId="846071962" sldId="314"/>
        </pc:sldMkLst>
        <pc:spChg chg="mod">
          <ac:chgData name="Torbjørn Skardhamar" userId="a33c437c-465e-42c1-b920-4fca17f18356" providerId="ADAL" clId="{72B3485A-FC74-42DC-B63C-E3476D89B905}" dt="2026-01-13T07:47:12.189" v="66" actId="20577"/>
          <ac:spMkLst>
            <pc:docMk/>
            <pc:sldMk cId="846071962" sldId="314"/>
            <ac:spMk id="5" creationId="{58D010AE-A1CB-752E-516F-ECCA7622474E}"/>
          </ac:spMkLst>
        </pc:spChg>
      </pc:sldChg>
      <pc:sldChg chg="modSp new mod">
        <pc:chgData name="Torbjørn Skardhamar" userId="a33c437c-465e-42c1-b920-4fca17f18356" providerId="ADAL" clId="{72B3485A-FC74-42DC-B63C-E3476D89B905}" dt="2026-01-13T08:46:08.726" v="1586" actId="27636"/>
        <pc:sldMkLst>
          <pc:docMk/>
          <pc:sldMk cId="1345779367" sldId="315"/>
        </pc:sldMkLst>
        <pc:spChg chg="mod">
          <ac:chgData name="Torbjørn Skardhamar" userId="a33c437c-465e-42c1-b920-4fca17f18356" providerId="ADAL" clId="{72B3485A-FC74-42DC-B63C-E3476D89B905}" dt="2026-01-13T08:16:20.805" v="1248" actId="20577"/>
          <ac:spMkLst>
            <pc:docMk/>
            <pc:sldMk cId="1345779367" sldId="315"/>
            <ac:spMk id="2" creationId="{19B6DB7E-0BCE-789F-47AF-5DD023428775}"/>
          </ac:spMkLst>
        </pc:spChg>
        <pc:spChg chg="mod">
          <ac:chgData name="Torbjørn Skardhamar" userId="a33c437c-465e-42c1-b920-4fca17f18356" providerId="ADAL" clId="{72B3485A-FC74-42DC-B63C-E3476D89B905}" dt="2026-01-13T08:46:08.726" v="1586" actId="27636"/>
          <ac:spMkLst>
            <pc:docMk/>
            <pc:sldMk cId="1345779367" sldId="315"/>
            <ac:spMk id="3" creationId="{58FFEB20-5084-FE68-8D9A-083CB6340F73}"/>
          </ac:spMkLst>
        </pc:spChg>
      </pc:sldChg>
      <pc:sldChg chg="modSp new mod">
        <pc:chgData name="Torbjørn Skardhamar" userId="a33c437c-465e-42c1-b920-4fca17f18356" providerId="ADAL" clId="{72B3485A-FC74-42DC-B63C-E3476D89B905}" dt="2026-01-13T09:04:46.929" v="2303" actId="20577"/>
        <pc:sldMkLst>
          <pc:docMk/>
          <pc:sldMk cId="803824577" sldId="316"/>
        </pc:sldMkLst>
        <pc:spChg chg="mod">
          <ac:chgData name="Torbjørn Skardhamar" userId="a33c437c-465e-42c1-b920-4fca17f18356" providerId="ADAL" clId="{72B3485A-FC74-42DC-B63C-E3476D89B905}" dt="2026-01-13T09:04:46.929" v="2303" actId="20577"/>
          <ac:spMkLst>
            <pc:docMk/>
            <pc:sldMk cId="803824577" sldId="316"/>
            <ac:spMk id="3" creationId="{2CA8FD12-96A6-B2BF-E4AA-97476B10B3E3}"/>
          </ac:spMkLst>
        </pc:spChg>
      </pc:sldChg>
      <pc:sldChg chg="modSp new mod">
        <pc:chgData name="Torbjørn Skardhamar" userId="a33c437c-465e-42c1-b920-4fca17f18356" providerId="ADAL" clId="{72B3485A-FC74-42DC-B63C-E3476D89B905}" dt="2026-01-13T08:58:24.412" v="2134" actId="20577"/>
        <pc:sldMkLst>
          <pc:docMk/>
          <pc:sldMk cId="992866788" sldId="317"/>
        </pc:sldMkLst>
        <pc:spChg chg="mod">
          <ac:chgData name="Torbjørn Skardhamar" userId="a33c437c-465e-42c1-b920-4fca17f18356" providerId="ADAL" clId="{72B3485A-FC74-42DC-B63C-E3476D89B905}" dt="2026-01-13T08:54:35.887" v="1658" actId="6549"/>
          <ac:spMkLst>
            <pc:docMk/>
            <pc:sldMk cId="992866788" sldId="317"/>
            <ac:spMk id="2" creationId="{23804C16-4CEA-747E-E839-241C4E4045FA}"/>
          </ac:spMkLst>
        </pc:spChg>
        <pc:spChg chg="mod">
          <ac:chgData name="Torbjørn Skardhamar" userId="a33c437c-465e-42c1-b920-4fca17f18356" providerId="ADAL" clId="{72B3485A-FC74-42DC-B63C-E3476D89B905}" dt="2026-01-13T08:58:24.412" v="2134" actId="20577"/>
          <ac:spMkLst>
            <pc:docMk/>
            <pc:sldMk cId="992866788" sldId="317"/>
            <ac:spMk id="3" creationId="{EEE70843-2ECA-00C6-421D-5E530D352308}"/>
          </ac:spMkLst>
        </pc:spChg>
      </pc:sldChg>
    </pc:docChg>
  </pc:docChgLst>
  <pc:docChgLst>
    <pc:chgData name="Torbjørn Skardhamar" userId="a33c437c-465e-42c1-b920-4fca17f18356" providerId="ADAL" clId="{FB4A6AB5-31EE-4A2F-9BB6-FB3C24609FE8}"/>
    <pc:docChg chg="custSel delSld modSld">
      <pc:chgData name="Torbjørn Skardhamar" userId="a33c437c-465e-42c1-b920-4fca17f18356" providerId="ADAL" clId="{FB4A6AB5-31EE-4A2F-9BB6-FB3C24609FE8}" dt="2026-01-12T23:14:29.698" v="602" actId="114"/>
      <pc:docMkLst>
        <pc:docMk/>
      </pc:docMkLst>
      <pc:sldChg chg="del">
        <pc:chgData name="Torbjørn Skardhamar" userId="a33c437c-465e-42c1-b920-4fca17f18356" providerId="ADAL" clId="{FB4A6AB5-31EE-4A2F-9BB6-FB3C24609FE8}" dt="2026-01-12T23:11:01.407" v="518" actId="47"/>
        <pc:sldMkLst>
          <pc:docMk/>
          <pc:sldMk cId="2079503461" sldId="259"/>
        </pc:sldMkLst>
      </pc:sldChg>
      <pc:sldChg chg="modSp mod">
        <pc:chgData name="Torbjørn Skardhamar" userId="a33c437c-465e-42c1-b920-4fca17f18356" providerId="ADAL" clId="{FB4A6AB5-31EE-4A2F-9BB6-FB3C24609FE8}" dt="2026-01-12T23:14:29.698" v="602" actId="114"/>
        <pc:sldMkLst>
          <pc:docMk/>
          <pc:sldMk cId="3526192227" sldId="262"/>
        </pc:sldMkLst>
        <pc:spChg chg="mod">
          <ac:chgData name="Torbjørn Skardhamar" userId="a33c437c-465e-42c1-b920-4fca17f18356" providerId="ADAL" clId="{FB4A6AB5-31EE-4A2F-9BB6-FB3C24609FE8}" dt="2026-01-12T23:14:29.698" v="602" actId="114"/>
          <ac:spMkLst>
            <pc:docMk/>
            <pc:sldMk cId="3526192227" sldId="262"/>
            <ac:spMk id="3" creationId="{62A56B0C-6382-CD11-0276-8C5974C6A97F}"/>
          </ac:spMkLst>
        </pc:spChg>
      </pc:sldChg>
      <pc:sldChg chg="modSp mod">
        <pc:chgData name="Torbjørn Skardhamar" userId="a33c437c-465e-42c1-b920-4fca17f18356" providerId="ADAL" clId="{FB4A6AB5-31EE-4A2F-9BB6-FB3C24609FE8}" dt="2026-01-12T23:10:31.454" v="517" actId="20577"/>
        <pc:sldMkLst>
          <pc:docMk/>
          <pc:sldMk cId="1430141170" sldId="266"/>
        </pc:sldMkLst>
        <pc:spChg chg="mod">
          <ac:chgData name="Torbjørn Skardhamar" userId="a33c437c-465e-42c1-b920-4fca17f18356" providerId="ADAL" clId="{FB4A6AB5-31EE-4A2F-9BB6-FB3C24609FE8}" dt="2026-01-12T23:02:31.785" v="87" actId="20577"/>
          <ac:spMkLst>
            <pc:docMk/>
            <pc:sldMk cId="1430141170" sldId="266"/>
            <ac:spMk id="2" creationId="{B7E5E788-F74A-8DA8-024C-E3CA33A47CBF}"/>
          </ac:spMkLst>
        </pc:spChg>
        <pc:spChg chg="mod">
          <ac:chgData name="Torbjørn Skardhamar" userId="a33c437c-465e-42c1-b920-4fca17f18356" providerId="ADAL" clId="{FB4A6AB5-31EE-4A2F-9BB6-FB3C24609FE8}" dt="2026-01-12T23:10:31.454" v="517" actId="20577"/>
          <ac:spMkLst>
            <pc:docMk/>
            <pc:sldMk cId="1430141170" sldId="266"/>
            <ac:spMk id="3" creationId="{0985265D-03A5-F495-E1EC-FCA45E5D07F2}"/>
          </ac:spMkLst>
        </pc:spChg>
      </pc:sldChg>
      <pc:sldChg chg="del">
        <pc:chgData name="Torbjørn Skardhamar" userId="a33c437c-465e-42c1-b920-4fca17f18356" providerId="ADAL" clId="{FB4A6AB5-31EE-4A2F-9BB6-FB3C24609FE8}" dt="2026-01-12T23:04:58.775" v="289" actId="47"/>
        <pc:sldMkLst>
          <pc:docMk/>
          <pc:sldMk cId="475127283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8FAB-7DD1-6222-897A-9E700166A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6E174-8668-5718-3924-25D23FA2F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21994-10F3-9FD7-3023-9894FAC9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7515-11C9-46AE-9022-774F3DC9F2E5}" type="datetimeFigureOut">
              <a:rPr lang="nb-NO" smtClean="0"/>
              <a:t>13.01.2026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FFBD3-1F60-4A28-0392-0D5DDB75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FBF45-F0CD-BCDA-AEBB-9E10EF33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5C49-1496-4BD7-97B8-577B95FE31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1806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93D1-85B8-1645-4230-327FBD41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52BDF-FECE-4AC6-34E4-E7E0C1CFC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6A26A-A638-06BF-2645-F1EC99F1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7515-11C9-46AE-9022-774F3DC9F2E5}" type="datetimeFigureOut">
              <a:rPr lang="nb-NO" smtClean="0"/>
              <a:t>13.01.2026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4C357-8BF2-813A-D332-61D60019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0D21D-3CBE-C0F1-78EF-2A802E409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5C49-1496-4BD7-97B8-577B95FE31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0214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8223-3F56-250C-6BA4-32FA3DF8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F76E-E158-D3F6-6720-97D9C3E6A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D908B-1DC8-EC0E-9FF5-343043DED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7515-11C9-46AE-9022-774F3DC9F2E5}" type="datetimeFigureOut">
              <a:rPr lang="nb-NO" smtClean="0"/>
              <a:t>13.01.2026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601BB-63AA-58AA-6084-7C7EB4233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8C755-BB78-3880-4005-C2D14761A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5C49-1496-4BD7-97B8-577B95FE31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5521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0193-10C1-96AA-FBC8-EB35D3A49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63F30-E4F2-E2C7-E51A-0BDC63BBE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9FBBA-BA7C-DFC5-D95D-BA7999156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B9B69-0A2F-53BB-7DB9-BDFF687EF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7515-11C9-46AE-9022-774F3DC9F2E5}" type="datetimeFigureOut">
              <a:rPr lang="nb-NO" smtClean="0"/>
              <a:t>13.01.2026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2291C-AD36-3C39-0BB3-26BB8093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10B66-4407-67C2-0AC3-F8F82A92B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5C49-1496-4BD7-97B8-577B95FE31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2947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8E0D2-4968-E220-1A3A-0448075CC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1752C-78FB-99DB-3490-B2EE2016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3D099-73E8-2E33-B448-BDA04B88B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631FF-5C21-816B-D41E-DD9A63EA2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2CB36F-4503-9486-5728-DC690C3E8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3C2556-0BEE-22DD-5E6D-C84029C93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7515-11C9-46AE-9022-774F3DC9F2E5}" type="datetimeFigureOut">
              <a:rPr lang="nb-NO" smtClean="0"/>
              <a:t>13.01.2026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548FD4-FFB1-3196-0241-13B972356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BB5B42-854F-67EB-FB29-941F8A54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5C49-1496-4BD7-97B8-577B95FE31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4756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E62A4-A883-0F79-9A72-7FFDDB46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B594-52FF-25A0-D649-7C105669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7515-11C9-46AE-9022-774F3DC9F2E5}" type="datetimeFigureOut">
              <a:rPr lang="nb-NO" smtClean="0"/>
              <a:t>13.01.2026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86EF-1B13-A3B9-6CFD-7D7B49A39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2B918-F27B-0E77-8330-4D0BA597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5C49-1496-4BD7-97B8-577B95FE31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03946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F2378-5179-1F88-5C42-52C2097E6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7515-11C9-46AE-9022-774F3DC9F2E5}" type="datetimeFigureOut">
              <a:rPr lang="nb-NO" smtClean="0"/>
              <a:t>13.01.2026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1ECD7-8FD1-96C2-3504-F87D649F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1F477-8B14-CC1F-38BB-C25E002F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5C49-1496-4BD7-97B8-577B95FE31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0892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BE9C-0861-033B-EF71-4FB210C95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6B9F7-FC33-B54A-026E-1E61C1056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2FEF2-6672-0ECC-A06E-E41C4867A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BD441-17E6-06DA-24CA-C9562892F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7515-11C9-46AE-9022-774F3DC9F2E5}" type="datetimeFigureOut">
              <a:rPr lang="nb-NO" smtClean="0"/>
              <a:t>13.01.2026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8F583-2D1B-5B93-C334-D6B83614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2FE79-76BF-0FA0-66A6-36AB2A32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5C49-1496-4BD7-97B8-577B95FE31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40888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490D-5780-A2DC-CFA7-C446C24F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2D228E-8159-FD43-F45F-3F5F9E374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77536-94C9-F417-01C3-51BC871B1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9D8F2-A2D3-8C16-B38F-0B300565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7515-11C9-46AE-9022-774F3DC9F2E5}" type="datetimeFigureOut">
              <a:rPr lang="nb-NO" smtClean="0"/>
              <a:t>13.01.2026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0DDBE-846D-AAF7-E841-8066BC96A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BA6CB-A8B3-AFF4-4E6A-BA0BEA649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5C49-1496-4BD7-97B8-577B95FE31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1793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B3D2-F231-B437-18DC-7E3676322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45DE0-4EA6-DDE4-4C17-CD4B0B0D5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67B85-AD06-DBD7-BFCF-DCE93BED5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7515-11C9-46AE-9022-774F3DC9F2E5}" type="datetimeFigureOut">
              <a:rPr lang="nb-NO" smtClean="0"/>
              <a:t>13.01.2026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F28D4-0073-D4F1-B62B-81A1A9A5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A63CA-742D-CA73-BEF4-5298225D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5C49-1496-4BD7-97B8-577B95FE31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7313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CE4E79-0B10-93D2-35E8-DD2BC277C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9171F-7B59-0060-3626-41D862883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81664-5E38-D8A1-C758-660C9A78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7515-11C9-46AE-9022-774F3DC9F2E5}" type="datetimeFigureOut">
              <a:rPr lang="nb-NO" smtClean="0"/>
              <a:t>13.01.2026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65888-48E8-C7DF-C54B-7A7F30CD3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78536-1F37-59F6-A10F-6903AD9B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5C49-1496-4BD7-97B8-577B95FE31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8213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4D9E8-0F8D-0E15-8201-CB16DC40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20385-4BBF-C942-779F-DBC96317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A61DF-A605-D0BD-6CA7-3313321E1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C7515-11C9-46AE-9022-774F3DC9F2E5}" type="datetimeFigureOut">
              <a:rPr lang="nb-NO" smtClean="0"/>
              <a:t>13.01.2026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42F4B-CB5E-9FEA-4FF4-557E0D5DA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1F437-A81E-1DAC-79F8-31E5461EA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75C49-1496-4BD7-97B8-577B95FE31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6191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4B89-207C-C3A4-430D-8FC9A7159C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Prediksjon med regresjon, </a:t>
            </a:r>
            <a:r>
              <a:rPr lang="nb-NO" dirty="0" err="1"/>
              <a:t>splines</a:t>
            </a:r>
            <a:r>
              <a:rPr lang="nb-NO" dirty="0"/>
              <a:t> og </a:t>
            </a:r>
            <a:r>
              <a:rPr lang="nb-NO" dirty="0" err="1"/>
              <a:t>smoothers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5518F-D3BB-0D07-1DC8-20944029B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SOS2901 </a:t>
            </a:r>
          </a:p>
          <a:p>
            <a:r>
              <a:rPr lang="nb-NO" dirty="0"/>
              <a:t>Torbjørn Skardhamar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6893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05F5-594D-B228-9F80-21751AF2A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Splitte datasett – training og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BB65E-5D50-7A9A-AD4B-8B65C326D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Overordnet formål: </a:t>
            </a:r>
          </a:p>
          <a:p>
            <a:pPr lvl="1"/>
            <a:r>
              <a:rPr lang="nb-NO" dirty="0"/>
              <a:t>Predikere for </a:t>
            </a:r>
            <a:r>
              <a:rPr lang="nb-NO" b="1" dirty="0"/>
              <a:t>nye</a:t>
            </a:r>
            <a:r>
              <a:rPr lang="nb-NO" dirty="0"/>
              <a:t> observasjoner</a:t>
            </a:r>
          </a:p>
          <a:p>
            <a:pPr lvl="1"/>
            <a:endParaRPr lang="nb-NO" dirty="0"/>
          </a:p>
          <a:p>
            <a:r>
              <a:rPr lang="nb-NO" dirty="0"/>
              <a:t>Splitter data i 70/30 </a:t>
            </a:r>
          </a:p>
          <a:p>
            <a:pPr lvl="1"/>
            <a:r>
              <a:rPr lang="nb-NO" dirty="0"/>
              <a:t>«Training data» 70%, «testing data» 30% (omtrentlig)</a:t>
            </a:r>
          </a:p>
          <a:p>
            <a:pPr lvl="1"/>
            <a:r>
              <a:rPr lang="nb-NO" dirty="0"/>
              <a:t>Prediksjon på test data gir mer realistisk resultat </a:t>
            </a:r>
          </a:p>
          <a:p>
            <a:pPr lvl="1"/>
            <a:r>
              <a:rPr lang="nb-NO" dirty="0"/>
              <a:t>Resultat for training data er oftest litt for gode </a:t>
            </a:r>
          </a:p>
        </p:txBody>
      </p:sp>
    </p:spTree>
    <p:extLst>
      <p:ext uri="{BB962C8B-B14F-4D97-AF65-F5344CB8AC3E}">
        <p14:creationId xmlns:p14="http://schemas.microsoft.com/office/powerpoint/2010/main" val="2310822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5858-4E1F-846D-5757-7BA433D32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Lineær regresjon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B9BC16-3F7B-AC28-D489-08F3CD477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b-NO" b="0" dirty="0"/>
                  <a:t>Vanlig lineæ</a:t>
                </a:r>
                <a:r>
                  <a:rPr lang="nb-NO" dirty="0"/>
                  <a:t>r funksjon:</a:t>
                </a:r>
                <a:br>
                  <a:rPr lang="nb-NO" dirty="0"/>
                </a:br>
                <a:r>
                  <a:rPr lang="nb-NO" b="0" dirty="0"/>
                  <a:t>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nb-NO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l-GR" dirty="0"/>
                      <m:t>ε</m:t>
                    </m:r>
                  </m:oMath>
                </a14:m>
                <a:r>
                  <a:rPr lang="nb-NO" dirty="0"/>
                  <a:t> </a:t>
                </a:r>
              </a:p>
              <a:p>
                <a:r>
                  <a:rPr lang="nb-NO" dirty="0"/>
                  <a:t>Etter estimering, prediker ved å sette inn verdier for </a:t>
                </a:r>
                <a14:m>
                  <m:oMath xmlns:m="http://schemas.openxmlformats.org/officeDocument/2006/math">
                    <m:r>
                      <a:rPr lang="nb-NO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b-NO" dirty="0"/>
                  <a:t> og </a:t>
                </a:r>
                <a14:m>
                  <m:oMath xmlns:m="http://schemas.openxmlformats.org/officeDocument/2006/math">
                    <m:r>
                      <a:rPr lang="nb-NO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nb-NO" dirty="0"/>
                  <a:t> for gitte verdier av </a:t>
                </a:r>
                <a14:m>
                  <m:oMath xmlns:m="http://schemas.openxmlformats.org/officeDocument/2006/math">
                    <m:r>
                      <a:rPr lang="nb-NO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b-NO" dirty="0"/>
                  <a:t> </a:t>
                </a:r>
              </a:p>
              <a:p>
                <a:pPr lvl="1"/>
                <a:r>
                  <a:rPr lang="nb-NO" dirty="0"/>
                  <a:t>evt. kombinasjoner av flere </a:t>
                </a:r>
                <a14:m>
                  <m:oMath xmlns:m="http://schemas.openxmlformats.org/officeDocument/2006/math">
                    <m:r>
                      <a:rPr lang="nb-NO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nb-NO" dirty="0"/>
              </a:p>
              <a:p>
                <a:pPr lvl="1"/>
                <a:r>
                  <a:rPr lang="nb-NO" dirty="0"/>
                  <a:t>Kan gjøres for training data, utvalgte verdier, eller testing data</a:t>
                </a:r>
              </a:p>
              <a:p>
                <a:r>
                  <a:rPr lang="nb-NO" dirty="0"/>
                  <a:t>Testing data </a:t>
                </a:r>
              </a:p>
              <a:p>
                <a:pPr lvl="1"/>
                <a:r>
                  <a:rPr lang="nb-NO" dirty="0"/>
                  <a:t>Må regne ut </a:t>
                </a:r>
                <a:r>
                  <a:rPr lang="nb-NO" dirty="0" err="1"/>
                  <a:t>root</a:t>
                </a:r>
                <a:r>
                  <a:rPr lang="nb-NO" dirty="0"/>
                  <a:t> </a:t>
                </a:r>
                <a:r>
                  <a:rPr lang="nb-NO" dirty="0" err="1"/>
                  <a:t>mean</a:t>
                </a:r>
                <a:r>
                  <a:rPr lang="nb-NO" dirty="0"/>
                  <a:t> </a:t>
                </a:r>
                <a:r>
                  <a:rPr lang="nb-NO" dirty="0" err="1"/>
                  <a:t>square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RMSE / MSE manuelt </a:t>
                </a:r>
              </a:p>
              <a:p>
                <a:pPr lvl="1"/>
                <a:r>
                  <a:rPr lang="nb-NO" dirty="0"/>
                  <a:t>Kan også regne 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nb-NO" dirty="0"/>
                  <a:t> manuelt </a:t>
                </a:r>
              </a:p>
              <a:p>
                <a:endParaRPr lang="nb-NO" dirty="0"/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B9BC16-3F7B-AC28-D489-08F3CD477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043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70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D010AE-A1CB-752E-516F-ECCA76224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Oppgave fra forrige gang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3F680-AFDC-09C3-BCD2-4FBF22D71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b-NO" dirty="0"/>
              <a:t>Undersøk voldskriminalitet i norske kommuner, </a:t>
            </a:r>
          </a:p>
          <a:p>
            <a:pPr lvl="1"/>
            <a:r>
              <a:rPr lang="nb-NO" dirty="0"/>
              <a:t>datasett </a:t>
            </a:r>
            <a:r>
              <a:rPr lang="nb-NO" dirty="0" err="1"/>
              <a:t>kommunedata.rds</a:t>
            </a:r>
            <a:r>
              <a:rPr lang="nb-NO" dirty="0"/>
              <a:t>  </a:t>
            </a:r>
          </a:p>
          <a:p>
            <a:pPr lvl="1"/>
            <a:r>
              <a:rPr lang="nb-NO" dirty="0"/>
              <a:t>Div. aggregerte tall 2015-2020 </a:t>
            </a:r>
          </a:p>
          <a:p>
            <a:r>
              <a:rPr lang="nb-NO" dirty="0"/>
              <a:t>I hvilken grad er andel unge menn (f.eks. 18-36 år) nyttige til å predikere vold i en kommune? </a:t>
            </a:r>
          </a:p>
          <a:p>
            <a:r>
              <a:rPr lang="nb-NO" dirty="0"/>
              <a:t>Split datasettet i to deler </a:t>
            </a:r>
          </a:p>
          <a:p>
            <a:pPr marL="457200" lvl="1" indent="0">
              <a:buNone/>
            </a:pP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rsample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set.seed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(42) </a:t>
            </a:r>
            <a:b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kommune_split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initial_split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(kommune,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.7) </a:t>
            </a:r>
            <a:b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kommune_train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training(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kommune_split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b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kommune_test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testing(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kommune_split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nb-NO" dirty="0"/>
              <a:t>Tren en OLS-modell for på </a:t>
            </a:r>
            <a:r>
              <a:rPr lang="nb-NO" dirty="0" err="1"/>
              <a:t>kommune_train</a:t>
            </a:r>
            <a:r>
              <a:rPr lang="nb-NO" dirty="0"/>
              <a:t> </a:t>
            </a:r>
          </a:p>
          <a:p>
            <a:pPr lvl="1"/>
            <a:r>
              <a:rPr lang="nb-NO" dirty="0"/>
              <a:t>Sammenlign RMSE for mot </a:t>
            </a:r>
            <a:r>
              <a:rPr lang="nb-NO" dirty="0" err="1"/>
              <a:t>kommune_test</a:t>
            </a:r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46071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97BB-229A-9251-5772-211E8E2B2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 med kommunedata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3CFE1-37A9-B9B7-E987-FD479445D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50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nb-NO" dirty="0"/>
              <a:t>SSBs offisielle statistikk og koblet sammen på kommunenummer.</a:t>
            </a:r>
          </a:p>
          <a:p>
            <a:r>
              <a:rPr lang="nb-NO" dirty="0"/>
              <a:t>Kilder: statistikkbanken tabeller nr. 06944 (inntekt), 12210 (sosialhjelp/KOSTRA), 07459 (befolkning), 08487 (anmeldte lovbrudd). </a:t>
            </a:r>
          </a:p>
          <a:p>
            <a:r>
              <a:rPr lang="nb-NO" dirty="0"/>
              <a:t>Merk: det er flere endringer i kommunestruktur, særlig i 2020. Kommunene er altså ikke helt det samme over tid. </a:t>
            </a:r>
          </a:p>
          <a:p>
            <a:endParaRPr lang="nb-NO" dirty="0"/>
          </a:p>
          <a:p>
            <a:r>
              <a:rPr lang="nb-NO" dirty="0"/>
              <a:t>Spørsmål: hvor mye voldskriminalitet vil det bli? </a:t>
            </a:r>
          </a:p>
          <a:p>
            <a:pPr lvl="1"/>
            <a:r>
              <a:rPr lang="nb-NO" dirty="0"/>
              <a:t>Forutsetninger: endringer i befolkningsstruktur </a:t>
            </a:r>
            <a:r>
              <a:rPr lang="nb-NO" dirty="0" err="1"/>
              <a:t>etc</a:t>
            </a:r>
            <a:r>
              <a:rPr lang="nb-NO" dirty="0"/>
              <a:t>? </a:t>
            </a:r>
          </a:p>
          <a:p>
            <a:r>
              <a:rPr lang="nb-NO" dirty="0"/>
              <a:t>Potensielle konsekvenser: </a:t>
            </a:r>
          </a:p>
          <a:p>
            <a:pPr lvl="1"/>
            <a:r>
              <a:rPr lang="nb-NO" dirty="0"/>
              <a:t>Budsjett til politi?</a:t>
            </a:r>
          </a:p>
          <a:p>
            <a:pPr lvl="1"/>
            <a:r>
              <a:rPr lang="nb-NO" dirty="0"/>
              <a:t>Budsjett til forebyggende tiltak? </a:t>
            </a:r>
          </a:p>
          <a:p>
            <a:pPr lvl="1"/>
            <a:r>
              <a:rPr lang="nb-NO" dirty="0"/>
              <a:t>Andre tiltak, f.eks. skjenkepolitikk? </a:t>
            </a:r>
          </a:p>
        </p:txBody>
      </p:sp>
    </p:spTree>
    <p:extLst>
      <p:ext uri="{BB962C8B-B14F-4D97-AF65-F5344CB8AC3E}">
        <p14:creationId xmlns:p14="http://schemas.microsoft.com/office/powerpoint/2010/main" val="305961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51BB2-C4BD-0A5C-78A1-ACAEEDED7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Prediksjon på nytt datasett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9C51C-9329-37FA-8ED1-4A70440AA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Funksjonen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predict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b-NO" dirty="0"/>
              <a:t> brukes for alle typer modeller/algoritmer </a:t>
            </a:r>
          </a:p>
          <a:p>
            <a:r>
              <a:rPr lang="nb-NO" dirty="0"/>
              <a:t>Forvalg: bruker opprinnelig data (training) </a:t>
            </a:r>
          </a:p>
          <a:p>
            <a:r>
              <a:rPr lang="nb-NO" dirty="0"/>
              <a:t>For nye data sett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newdata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 = nyttdatasett </a:t>
            </a:r>
          </a:p>
          <a:p>
            <a:pPr lvl="1"/>
            <a:r>
              <a:rPr lang="nb-NO" dirty="0"/>
              <a:t>Må ha nøyaktig samme variable som i training data</a:t>
            </a:r>
          </a:p>
          <a:p>
            <a:pPr lvl="1"/>
            <a:r>
              <a:rPr lang="nb-NO" dirty="0"/>
              <a:t>F.eks.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predict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(est,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newdata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testdata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nb-NO" dirty="0"/>
          </a:p>
          <a:p>
            <a:r>
              <a:rPr lang="nb-NO" dirty="0"/>
              <a:t>Type prediksjon tilpasses type modell </a:t>
            </a:r>
          </a:p>
          <a:p>
            <a:pPr lvl="1"/>
            <a:r>
              <a:rPr lang="nb-NO" dirty="0"/>
              <a:t>Underliggende funksjoner f.eks. </a:t>
            </a:r>
            <a:r>
              <a:rPr lang="nb-NO" dirty="0" err="1"/>
              <a:t>predict.lm</a:t>
            </a:r>
            <a:r>
              <a:rPr lang="nb-NO" dirty="0"/>
              <a:t> eller </a:t>
            </a:r>
            <a:r>
              <a:rPr lang="nb-NO" dirty="0" err="1"/>
              <a:t>predict.gam</a:t>
            </a:r>
            <a:r>
              <a:rPr lang="nb-NO" dirty="0"/>
              <a:t> gjør jobben</a:t>
            </a:r>
          </a:p>
          <a:p>
            <a:pPr lvl="1"/>
            <a:r>
              <a:rPr lang="nb-NO" dirty="0"/>
              <a:t>Kan også gjelde type variable: </a:t>
            </a:r>
            <a:r>
              <a:rPr lang="nb-NO" dirty="0" err="1"/>
              <a:t>factor</a:t>
            </a:r>
            <a:r>
              <a:rPr lang="nb-NO" dirty="0"/>
              <a:t>-variabel gir klassifikasjon </a:t>
            </a:r>
          </a:p>
          <a:p>
            <a:pPr lvl="2"/>
            <a:r>
              <a:rPr lang="nb-NO" dirty="0"/>
              <a:t>Spiller en rolle for noen modeller, f.eks. random </a:t>
            </a:r>
            <a:r>
              <a:rPr lang="nb-NO" dirty="0" err="1"/>
              <a:t>forest</a:t>
            </a:r>
            <a:r>
              <a:rPr lang="nb-N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6206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E788-F74A-8DA8-024C-E3CA33A47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Splines</a:t>
            </a:r>
            <a:endParaRPr lang="nb-N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5265D-03A5-F495-E1EC-FCA45E5D07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nb-NO" dirty="0"/>
                  <a:t>Vanlig ikke-</a:t>
                </a:r>
                <a:r>
                  <a:rPr lang="nb-NO" dirty="0" err="1"/>
                  <a:t>lineæritet</a:t>
                </a:r>
                <a:r>
                  <a:rPr lang="nb-NO" dirty="0"/>
                  <a:t>: Polynom funksjon av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nb-NO" dirty="0"/>
              </a:p>
              <a:p>
                <a:r>
                  <a:rPr lang="nb-NO" dirty="0" err="1"/>
                  <a:t>Piecewise</a:t>
                </a:r>
                <a:r>
                  <a:rPr lang="nb-NO" dirty="0"/>
                  <a:t> linear </a:t>
                </a:r>
                <a:r>
                  <a:rPr lang="nb-NO" dirty="0" err="1"/>
                  <a:t>splines</a:t>
                </a:r>
                <a:endParaRPr lang="nb-NO" dirty="0"/>
              </a:p>
              <a:p>
                <a:pPr lvl="1"/>
                <a:r>
                  <a:rPr lang="nb-NO" dirty="0"/>
                  <a:t>Ny lineær funksjon for definerte intervaller av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b-NO" dirty="0"/>
                  <a:t>, «knots»</a:t>
                </a:r>
              </a:p>
              <a:p>
                <a:pPr lvl="1"/>
                <a:r>
                  <a:rPr lang="nb-NO" dirty="0"/>
                  <a:t>Oppgi verdier for «knots» (tenk det som dummy med interaksjonsledd)</a:t>
                </a:r>
              </a:p>
              <a:p>
                <a:r>
                  <a:rPr lang="nb-NO" dirty="0"/>
                  <a:t>B-</a:t>
                </a:r>
                <a:r>
                  <a:rPr lang="nb-NO" dirty="0" err="1"/>
                  <a:t>splines</a:t>
                </a:r>
                <a:r>
                  <a:rPr lang="nb-NO" dirty="0"/>
                  <a:t> </a:t>
                </a:r>
              </a:p>
              <a:p>
                <a:pPr lvl="1"/>
                <a:r>
                  <a:rPr lang="nb-NO" dirty="0"/>
                  <a:t>Som over, men polynom funksjon (tredje grad) for intervaller. </a:t>
                </a:r>
              </a:p>
              <a:p>
                <a:pPr lvl="1"/>
                <a:r>
                  <a:rPr lang="nb-NO" dirty="0"/>
                  <a:t>Oppgi verdier for knots</a:t>
                </a:r>
              </a:p>
              <a:p>
                <a:r>
                  <a:rPr lang="nb-NO" dirty="0"/>
                  <a:t>Generaliserte additive modeller (GAM) </a:t>
                </a:r>
              </a:p>
              <a:p>
                <a:pPr lvl="1"/>
                <a:r>
                  <a:rPr lang="nb-NO" dirty="0"/>
                  <a:t>Ikke angir knots, men optimeres</a:t>
                </a:r>
              </a:p>
              <a:p>
                <a:pPr lvl="1"/>
                <a:r>
                  <a:rPr lang="nb-NO" dirty="0"/>
                  <a:t>Flere typer </a:t>
                </a:r>
                <a:r>
                  <a:rPr lang="nb-NO" dirty="0" err="1"/>
                  <a:t>smoothere</a:t>
                </a:r>
                <a:endParaRPr lang="nb-NO" dirty="0"/>
              </a:p>
              <a:p>
                <a:pPr lvl="1"/>
                <a:r>
                  <a:rPr lang="nb-NO" dirty="0"/>
                  <a:t>Kan håndtere flere </a:t>
                </a:r>
                <a:r>
                  <a:rPr lang="nb-NO" dirty="0" err="1"/>
                  <a:t>prediktorer</a:t>
                </a:r>
                <a:r>
                  <a:rPr lang="nb-NO" dirty="0"/>
                  <a:t> og/eller i to dimensjoner</a:t>
                </a:r>
              </a:p>
              <a:p>
                <a:r>
                  <a:rPr lang="nb-NO" dirty="0"/>
                  <a:t>Disse utvider til mer data-drevne funksjoner</a:t>
                </a:r>
              </a:p>
              <a:p>
                <a:pPr lvl="1"/>
                <a:r>
                  <a:rPr lang="nb-NO" dirty="0"/>
                  <a:t>manuelt eller automatisk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5265D-03A5-F495-E1EC-FCA45E5D07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0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14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61320-67DF-962C-1B09-C667BBD62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Datasettet </a:t>
            </a:r>
            <a:r>
              <a:rPr lang="nb-NO" dirty="0" err="1"/>
              <a:t>Clothing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ECD21-5C52-88DC-E59E-F0AA40537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data set CLOTHING information is contained on sales, size and other characteristics of 400 Dutch men’s fashion stores. The goal is to explain sales per square </a:t>
            </a:r>
            <a:r>
              <a:rPr lang="en-US" dirty="0" err="1"/>
              <a:t>metre</a:t>
            </a:r>
            <a:r>
              <a:rPr lang="en-US" dirty="0"/>
              <a:t> (sales) from the characteristics of the shop (number of owners, full-time and part-time workers, number of hours worked, shop size, etc.)</a:t>
            </a:r>
          </a:p>
          <a:p>
            <a:r>
              <a:rPr lang="en-US" dirty="0"/>
              <a:t>Ligger i R-</a:t>
            </a:r>
            <a:r>
              <a:rPr lang="en-US" dirty="0" err="1"/>
              <a:t>pakken</a:t>
            </a:r>
            <a:r>
              <a:rPr lang="en-US" dirty="0"/>
              <a:t> </a:t>
            </a:r>
            <a:r>
              <a:rPr lang="en-US" dirty="0" err="1"/>
              <a:t>Ecdat</a:t>
            </a:r>
            <a:r>
              <a:rPr lang="en-US" dirty="0"/>
              <a:t>, </a:t>
            </a:r>
            <a:r>
              <a:rPr lang="en-US" dirty="0" err="1"/>
              <a:t>hentes</a:t>
            </a:r>
            <a:r>
              <a:rPr lang="en-US" dirty="0"/>
              <a:t> med 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Ecdat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data(Clothing)</a:t>
            </a:r>
          </a:p>
          <a:p>
            <a:pPr lvl="1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8820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ED22-6542-6542-F0A8-8BCDB2357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Kategoriske utfall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A56B0C-6382-CD11-0276-8C5974C6A9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nb-NO" dirty="0"/>
                  <a:t>Lineær sannsynlighetsmodell </a:t>
                </a:r>
              </a:p>
              <a:p>
                <a:pPr lvl="1"/>
                <a:r>
                  <a:rPr lang="nb-NO" dirty="0"/>
                  <a:t>Samme som før, men y-variabel har verdiene 0 eller 1 </a:t>
                </a:r>
              </a:p>
              <a:p>
                <a:pPr lvl="1"/>
                <a:r>
                  <a:rPr lang="nb-NO" dirty="0"/>
                  <a:t>Tolkes som andel </a:t>
                </a:r>
              </a:p>
              <a:p>
                <a:r>
                  <a:rPr lang="nb-NO" dirty="0"/>
                  <a:t>Logistisk regresjon (GLM)</a:t>
                </a:r>
              </a:p>
              <a:p>
                <a:pPr lvl="1"/>
                <a:r>
                  <a:rPr lang="nb-NO" b="0" dirty="0"/>
                  <a:t>Der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nb-NO" b="0" dirty="0"/>
                  <a:t> er P(Y=1) spesifiseres 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b-N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nb-N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den>
                        </m:f>
                      </m:e>
                    </m:d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b-NO" dirty="0"/>
                  <a:t> </a:t>
                </a:r>
              </a:p>
              <a:p>
                <a:pPr lvl="1"/>
                <a:r>
                  <a:rPr lang="nb-NO" dirty="0"/>
                  <a:t>som gir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p>
                        </m:sSup>
                      </m:num>
                      <m:den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p>
                        </m:sSup>
                      </m:den>
                    </m:f>
                  </m:oMath>
                </a14:m>
                <a:endParaRPr lang="nb-NO" dirty="0"/>
              </a:p>
              <a:p>
                <a:r>
                  <a:rPr lang="nb-NO" dirty="0"/>
                  <a:t>Prosedyre: </a:t>
                </a:r>
              </a:p>
              <a:p>
                <a:pPr lvl="1"/>
                <a:r>
                  <a:rPr lang="nb-NO" dirty="0"/>
                  <a:t>Estimer en sannsynlighet</a:t>
                </a:r>
              </a:p>
              <a:p>
                <a:pPr lvl="1"/>
                <a:r>
                  <a:rPr lang="nb-NO" dirty="0"/>
                  <a:t>Gjør </a:t>
                </a:r>
                <a:r>
                  <a:rPr lang="nb-NO" b="1" i="1" dirty="0"/>
                  <a:t>valg</a:t>
                </a:r>
                <a:r>
                  <a:rPr lang="nb-NO" dirty="0"/>
                  <a:t> for klassifikasjon, f.eks.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nb-NO" b="0" i="1" smtClean="0">
                        <a:latin typeface="Cambria Math" panose="02040503050406030204" pitchFamily="18" charset="0"/>
                      </a:rPr>
                      <m:t>&lt;.5 ~ 0, 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nb-NO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.5 ~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nb-NO" dirty="0"/>
              </a:p>
              <a:p>
                <a:pPr lvl="2"/>
                <a:r>
                  <a:rPr lang="nb-NO" dirty="0"/>
                  <a:t>Du velger </a:t>
                </a:r>
                <a:r>
                  <a:rPr lang="nb-NO" dirty="0" err="1"/>
                  <a:t>cut-off</a:t>
                </a:r>
                <a:r>
                  <a:rPr lang="nb-NO" dirty="0"/>
                  <a:t>!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A56B0C-6382-CD11-0276-8C5974C6A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192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6DB7E-0BCE-789F-47AF-5DD023428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Eksempeldata: </a:t>
            </a:r>
            <a:r>
              <a:rPr lang="nb-NO" dirty="0" err="1"/>
              <a:t>attrition.rds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FEB20-5084-FE68-8D9A-083CB6340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Datasett med 1470 arbeidstakere </a:t>
            </a:r>
          </a:p>
          <a:p>
            <a:r>
              <a:rPr lang="nb-NO" dirty="0"/>
              <a:t>Utfallsvariabel: «</a:t>
            </a:r>
            <a:r>
              <a:rPr lang="nb-NO" dirty="0" err="1"/>
              <a:t>Attrition</a:t>
            </a:r>
            <a:r>
              <a:rPr lang="nb-NO" dirty="0"/>
              <a:t>», dvs. slutter i jobben</a:t>
            </a:r>
          </a:p>
          <a:p>
            <a:endParaRPr lang="nb-NO" dirty="0"/>
          </a:p>
          <a:p>
            <a:r>
              <a:rPr lang="nb-NO" dirty="0"/>
              <a:t>Formål: identifisere arbeidstakere som er i fare for å forlate firmaet. Erstatte kompetanse er dyrt! </a:t>
            </a:r>
          </a:p>
          <a:p>
            <a:endParaRPr lang="nb-NO" dirty="0"/>
          </a:p>
          <a:p>
            <a:r>
              <a:rPr lang="nb-NO" dirty="0"/>
              <a:t>Mulig konsekvens:</a:t>
            </a:r>
          </a:p>
          <a:p>
            <a:pPr lvl="1"/>
            <a:r>
              <a:rPr lang="nb-NO" dirty="0"/>
              <a:t>Målrettede tiltak </a:t>
            </a:r>
            <a:r>
              <a:rPr lang="nb-NO" u="sng" dirty="0"/>
              <a:t>før</a:t>
            </a:r>
            <a:r>
              <a:rPr lang="nb-NO" dirty="0"/>
              <a:t> arbeidstaker slutter?</a:t>
            </a:r>
          </a:p>
          <a:p>
            <a:pPr lvl="1"/>
            <a:r>
              <a:rPr lang="nb-NO" dirty="0"/>
              <a:t>Gi lønn eller andre fordeler?</a:t>
            </a:r>
          </a:p>
        </p:txBody>
      </p:sp>
    </p:spTree>
    <p:extLst>
      <p:ext uri="{BB962C8B-B14F-4D97-AF65-F5344CB8AC3E}">
        <p14:creationId xmlns:p14="http://schemas.microsoft.com/office/powerpoint/2010/main" val="1345779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4C16-4CEA-747E-E839-241C4E404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R: Oppsummering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70843-2ECA-00C6-421D-5E530D352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Regresjon: lm()</a:t>
            </a:r>
          </a:p>
          <a:p>
            <a:r>
              <a:rPr lang="nb-NO" dirty="0"/>
              <a:t>Prediksjon: </a:t>
            </a:r>
            <a:r>
              <a:rPr lang="nb-NO" dirty="0" err="1"/>
              <a:t>predict</a:t>
            </a:r>
            <a:r>
              <a:rPr lang="nb-NO" dirty="0"/>
              <a:t>() </a:t>
            </a:r>
          </a:p>
          <a:p>
            <a:pPr lvl="1"/>
            <a:r>
              <a:rPr lang="nb-NO" dirty="0"/>
              <a:t>Spesifiser </a:t>
            </a:r>
            <a:r>
              <a:rPr lang="nb-NO" dirty="0" err="1"/>
              <a:t>newdata</a:t>
            </a:r>
            <a:r>
              <a:rPr lang="nb-NO" dirty="0"/>
              <a:t> = … og evt. type = "</a:t>
            </a:r>
            <a:r>
              <a:rPr lang="nb-NO" dirty="0" err="1"/>
              <a:t>response</a:t>
            </a:r>
            <a:r>
              <a:rPr lang="nb-NO" dirty="0"/>
              <a:t>" </a:t>
            </a:r>
          </a:p>
          <a:p>
            <a:r>
              <a:rPr lang="nb-NO" dirty="0"/>
              <a:t>Klassifikasjon </a:t>
            </a:r>
          </a:p>
          <a:p>
            <a:pPr lvl="1"/>
            <a:r>
              <a:rPr lang="nb-NO" dirty="0"/>
              <a:t>Bestem </a:t>
            </a:r>
            <a:r>
              <a:rPr lang="nb-NO" dirty="0" err="1"/>
              <a:t>cut-off</a:t>
            </a:r>
            <a:r>
              <a:rPr lang="nb-NO" dirty="0"/>
              <a:t> for sannsynlighet</a:t>
            </a:r>
          </a:p>
          <a:p>
            <a:pPr lvl="1"/>
            <a:r>
              <a:rPr lang="nb-NO" dirty="0"/>
              <a:t>Obs: samme </a:t>
            </a:r>
            <a:r>
              <a:rPr lang="nb-NO" dirty="0" err="1"/>
              <a:t>variabletype</a:t>
            </a:r>
            <a:r>
              <a:rPr lang="nb-NO" dirty="0"/>
              <a:t> som originalt</a:t>
            </a:r>
          </a:p>
          <a:p>
            <a:r>
              <a:rPr lang="nb-NO" dirty="0" err="1"/>
              <a:t>Confusion</a:t>
            </a:r>
            <a:r>
              <a:rPr lang="nb-NO" dirty="0"/>
              <a:t> </a:t>
            </a:r>
            <a:r>
              <a:rPr lang="nb-NO" dirty="0" err="1"/>
              <a:t>matrix</a:t>
            </a:r>
            <a:r>
              <a:rPr lang="nb-NO" dirty="0"/>
              <a:t> med </a:t>
            </a:r>
            <a:r>
              <a:rPr lang="nb-NO" dirty="0" err="1"/>
              <a:t>confusionMatrix</a:t>
            </a:r>
            <a:r>
              <a:rPr lang="nb-NO" dirty="0"/>
              <a:t>()</a:t>
            </a:r>
          </a:p>
          <a:p>
            <a:pPr lvl="1"/>
            <a:r>
              <a:rPr lang="nb-NO" dirty="0"/>
              <a:t>Spesifiser </a:t>
            </a:r>
            <a:r>
              <a:rPr lang="nb-NO" dirty="0" err="1"/>
              <a:t>response</a:t>
            </a:r>
            <a:r>
              <a:rPr lang="nb-NO" dirty="0"/>
              <a:t> = … for observert utfall  (sikre riktige utregninger)  </a:t>
            </a:r>
          </a:p>
          <a:p>
            <a:pPr lvl="1"/>
            <a:r>
              <a:rPr lang="nb-NO" dirty="0"/>
              <a:t>Kan også angi hva som er positiv/negativ utfall med positive = … </a:t>
            </a:r>
          </a:p>
        </p:txBody>
      </p:sp>
    </p:spTree>
    <p:extLst>
      <p:ext uri="{BB962C8B-B14F-4D97-AF65-F5344CB8AC3E}">
        <p14:creationId xmlns:p14="http://schemas.microsoft.com/office/powerpoint/2010/main" val="992866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B868-62DC-BB70-8449-0074A833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8FD12-96A6-B2BF-E4AA-97476B10B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Empirisk oppgave og datasett kommer i Canvas</a:t>
            </a:r>
          </a:p>
          <a:p>
            <a:endParaRPr lang="nb-NO" dirty="0"/>
          </a:p>
          <a:p>
            <a:r>
              <a:rPr lang="nb-NO" dirty="0"/>
              <a:t>Les </a:t>
            </a:r>
            <a:r>
              <a:rPr lang="nb-NO" dirty="0" err="1"/>
              <a:t>Caspi</a:t>
            </a:r>
            <a:r>
              <a:rPr lang="nb-NO" dirty="0"/>
              <a:t> et al (2016) kritisk </a:t>
            </a:r>
          </a:p>
          <a:p>
            <a:pPr lvl="1"/>
            <a:r>
              <a:rPr lang="nb-NO" dirty="0"/>
              <a:t>Er prediksjonene pålitelige for nye data? Gi begrunnelse.</a:t>
            </a:r>
          </a:p>
          <a:p>
            <a:pPr lvl="1"/>
            <a:r>
              <a:rPr lang="nb-NO" dirty="0"/>
              <a:t>Hvis tiltak: er det god nok prediksjon? Gi begrunnelse.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03824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831</Words>
  <Application>Microsoft Office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Courier New</vt:lpstr>
      <vt:lpstr>Office Theme</vt:lpstr>
      <vt:lpstr>Prediksjon med regresjon, splines og smoothers</vt:lpstr>
      <vt:lpstr>Splitte datasett – training og testing</vt:lpstr>
      <vt:lpstr>Lineær regresjon</vt:lpstr>
      <vt:lpstr>Oppgave fra forrige gang</vt:lpstr>
      <vt:lpstr>Eksempel med kommunedata</vt:lpstr>
      <vt:lpstr>Prediksjon på nytt datasett</vt:lpstr>
      <vt:lpstr>Splines</vt:lpstr>
      <vt:lpstr>Datasettet Clothing</vt:lpstr>
      <vt:lpstr>Kategoriske utfall</vt:lpstr>
      <vt:lpstr>Eksempeldata: attrition.rds</vt:lpstr>
      <vt:lpstr>R: Oppsummering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Torbjørn Skardhamar</dc:creator>
  <cp:lastModifiedBy>Torbjørn Skardhamar</cp:lastModifiedBy>
  <cp:revision>1</cp:revision>
  <dcterms:created xsi:type="dcterms:W3CDTF">2026-01-12T16:27:55Z</dcterms:created>
  <dcterms:modified xsi:type="dcterms:W3CDTF">2026-01-13T09:04:55Z</dcterms:modified>
</cp:coreProperties>
</file>