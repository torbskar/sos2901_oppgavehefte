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10" r:id="rId3"/>
    <p:sldId id="291" r:id="rId4"/>
    <p:sldId id="315" r:id="rId5"/>
    <p:sldId id="294" r:id="rId6"/>
    <p:sldId id="304" r:id="rId7"/>
    <p:sldId id="276" r:id="rId8"/>
    <p:sldId id="312" r:id="rId9"/>
    <p:sldId id="313" r:id="rId10"/>
    <p:sldId id="301" r:id="rId11"/>
    <p:sldId id="290" r:id="rId12"/>
    <p:sldId id="288" r:id="rId13"/>
    <p:sldId id="289" r:id="rId14"/>
    <p:sldId id="302" r:id="rId15"/>
    <p:sldId id="303" r:id="rId16"/>
    <p:sldId id="293" r:id="rId17"/>
    <p:sldId id="311" r:id="rId18"/>
    <p:sldId id="299" r:id="rId19"/>
    <p:sldId id="307" r:id="rId20"/>
    <p:sldId id="308" r:id="rId21"/>
    <p:sldId id="314" r:id="rId2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4B3B7D-C700-41EA-BC2D-B6E6A22F4F52}" v="8" dt="2026-01-26T17:59:00.8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bjørn Skardhamar" userId="a33c437c-465e-42c1-b920-4fca17f18356" providerId="ADAL" clId="{D3989231-D4EC-46C5-B0FF-D44AC38DB8FF}"/>
    <pc:docChg chg="custSel addSld delSld modSld sldOrd">
      <pc:chgData name="Torbjørn Skardhamar" userId="a33c437c-465e-42c1-b920-4fca17f18356" providerId="ADAL" clId="{D3989231-D4EC-46C5-B0FF-D44AC38DB8FF}" dt="2024-01-15T08:59:59.700" v="630" actId="20577"/>
      <pc:docMkLst>
        <pc:docMk/>
      </pc:docMkLst>
      <pc:sldChg chg="modSp mod">
        <pc:chgData name="Torbjørn Skardhamar" userId="a33c437c-465e-42c1-b920-4fca17f18356" providerId="ADAL" clId="{D3989231-D4EC-46C5-B0FF-D44AC38DB8FF}" dt="2024-01-09T13:45:12.053" v="144" actId="20577"/>
        <pc:sldMkLst>
          <pc:docMk/>
          <pc:sldMk cId="4235687771" sldId="256"/>
        </pc:sldMkLst>
      </pc:sldChg>
      <pc:sldChg chg="modSp mod">
        <pc:chgData name="Torbjørn Skardhamar" userId="a33c437c-465e-42c1-b920-4fca17f18356" providerId="ADAL" clId="{D3989231-D4EC-46C5-B0FF-D44AC38DB8FF}" dt="2024-01-15T08:59:59.700" v="630" actId="20577"/>
        <pc:sldMkLst>
          <pc:docMk/>
          <pc:sldMk cId="323105447" sldId="258"/>
        </pc:sldMkLst>
      </pc:sldChg>
      <pc:sldChg chg="modSp modAnim">
        <pc:chgData name="Torbjørn Skardhamar" userId="a33c437c-465e-42c1-b920-4fca17f18356" providerId="ADAL" clId="{D3989231-D4EC-46C5-B0FF-D44AC38DB8FF}" dt="2024-01-15T08:52:46.703" v="227" actId="20577"/>
        <pc:sldMkLst>
          <pc:docMk/>
          <pc:sldMk cId="2487811043" sldId="289"/>
        </pc:sldMkLst>
      </pc:sldChg>
      <pc:sldChg chg="ord">
        <pc:chgData name="Torbjørn Skardhamar" userId="a33c437c-465e-42c1-b920-4fca17f18356" providerId="ADAL" clId="{D3989231-D4EC-46C5-B0FF-D44AC38DB8FF}" dt="2024-01-15T08:48:46.834" v="166"/>
        <pc:sldMkLst>
          <pc:docMk/>
          <pc:sldMk cId="556537342" sldId="299"/>
        </pc:sldMkLst>
      </pc:sldChg>
      <pc:sldChg chg="modSp mod">
        <pc:chgData name="Torbjørn Skardhamar" userId="a33c437c-465e-42c1-b920-4fca17f18356" providerId="ADAL" clId="{D3989231-D4EC-46C5-B0FF-D44AC38DB8FF}" dt="2024-01-15T08:51:47.233" v="169" actId="20577"/>
        <pc:sldMkLst>
          <pc:docMk/>
          <pc:sldMk cId="1239209860" sldId="302"/>
        </pc:sldMkLst>
      </pc:sldChg>
      <pc:sldChg chg="modSp mod">
        <pc:chgData name="Torbjørn Skardhamar" userId="a33c437c-465e-42c1-b920-4fca17f18356" providerId="ADAL" clId="{D3989231-D4EC-46C5-B0FF-D44AC38DB8FF}" dt="2024-01-15T08:39:17.576" v="162" actId="20577"/>
        <pc:sldMkLst>
          <pc:docMk/>
          <pc:sldMk cId="3584478168" sldId="304"/>
        </pc:sldMkLst>
      </pc:sldChg>
      <pc:sldChg chg="delSp modSp mod">
        <pc:chgData name="Torbjørn Skardhamar" userId="a33c437c-465e-42c1-b920-4fca17f18356" providerId="ADAL" clId="{D3989231-D4EC-46C5-B0FF-D44AC38DB8FF}" dt="2024-01-15T08:29:11.538" v="158" actId="1076"/>
        <pc:sldMkLst>
          <pc:docMk/>
          <pc:sldMk cId="696724325" sldId="309"/>
        </pc:sldMkLst>
      </pc:sldChg>
      <pc:sldChg chg="modSp new del mod">
        <pc:chgData name="Torbjørn Skardhamar" userId="a33c437c-465e-42c1-b920-4fca17f18356" providerId="ADAL" clId="{D3989231-D4EC-46C5-B0FF-D44AC38DB8FF}" dt="2024-01-09T13:45:18.207" v="145" actId="47"/>
        <pc:sldMkLst>
          <pc:docMk/>
          <pc:sldMk cId="1528027333" sldId="309"/>
        </pc:sldMkLst>
      </pc:sldChg>
      <pc:sldChg chg="addSp delSp modSp mod delAnim modAnim">
        <pc:chgData name="Torbjørn Skardhamar" userId="a33c437c-465e-42c1-b920-4fca17f18356" providerId="ADAL" clId="{D3989231-D4EC-46C5-B0FF-D44AC38DB8FF}" dt="2024-01-15T08:26:57.790" v="156"/>
        <pc:sldMkLst>
          <pc:docMk/>
          <pc:sldMk cId="1719370903" sldId="310"/>
        </pc:sldMkLst>
      </pc:sldChg>
      <pc:sldChg chg="modSp new mod">
        <pc:chgData name="Torbjørn Skardhamar" userId="a33c437c-465e-42c1-b920-4fca17f18356" providerId="ADAL" clId="{D3989231-D4EC-46C5-B0FF-D44AC38DB8FF}" dt="2024-01-15T08:57:18.975" v="609" actId="313"/>
        <pc:sldMkLst>
          <pc:docMk/>
          <pc:sldMk cId="12881981" sldId="311"/>
        </pc:sldMkLst>
      </pc:sldChg>
    </pc:docChg>
  </pc:docChgLst>
  <pc:docChgLst>
    <pc:chgData name="Torbjørn Skardhamar" userId="a33c437c-465e-42c1-b920-4fca17f18356" providerId="ADAL" clId="{3AC9633A-5280-441E-B1B6-8EBD4EE375F1}"/>
    <pc:docChg chg="modSld">
      <pc:chgData name="Torbjørn Skardhamar" userId="a33c437c-465e-42c1-b920-4fca17f18356" providerId="ADAL" clId="{3AC9633A-5280-441E-B1B6-8EBD4EE375F1}" dt="2026-01-26T17:59:00.887" v="7" actId="20577"/>
      <pc:docMkLst>
        <pc:docMk/>
      </pc:docMkLst>
      <pc:sldChg chg="modSp modAnim">
        <pc:chgData name="Torbjørn Skardhamar" userId="a33c437c-465e-42c1-b920-4fca17f18356" providerId="ADAL" clId="{3AC9633A-5280-441E-B1B6-8EBD4EE375F1}" dt="2026-01-26T17:59:00.887" v="7" actId="20577"/>
        <pc:sldMkLst>
          <pc:docMk/>
          <pc:sldMk cId="2317416296" sldId="288"/>
        </pc:sldMkLst>
        <pc:spChg chg="mod">
          <ac:chgData name="Torbjørn Skardhamar" userId="a33c437c-465e-42c1-b920-4fca17f18356" providerId="ADAL" clId="{3AC9633A-5280-441E-B1B6-8EBD4EE375F1}" dt="2026-01-26T17:58:55.268" v="3" actId="20577"/>
          <ac:spMkLst>
            <pc:docMk/>
            <pc:sldMk cId="2317416296" sldId="288"/>
            <ac:spMk id="7" creationId="{00000000-0000-0000-0000-000000000000}"/>
          </ac:spMkLst>
        </pc:spChg>
      </pc:sldChg>
    </pc:docChg>
  </pc:docChgLst>
  <pc:docChgLst>
    <pc:chgData name="Torbjørn Skardhamar" userId="a33c437c-465e-42c1-b920-4fca17f18356" providerId="ADAL" clId="{A57EEC3B-295C-4480-9698-7A3D03EB14FB}"/>
    <pc:docChg chg="undo custSel addSld delSld modSld sldOrd">
      <pc:chgData name="Torbjørn Skardhamar" userId="a33c437c-465e-42c1-b920-4fca17f18356" providerId="ADAL" clId="{A57EEC3B-295C-4480-9698-7A3D03EB14FB}" dt="2023-01-17T10:42:41.301" v="3619" actId="47"/>
      <pc:docMkLst>
        <pc:docMk/>
      </pc:docMkLst>
      <pc:sldChg chg="modSp mod">
        <pc:chgData name="Torbjørn Skardhamar" userId="a33c437c-465e-42c1-b920-4fca17f18356" providerId="ADAL" clId="{A57EEC3B-295C-4480-9698-7A3D03EB14FB}" dt="2023-01-17T10:28:51.206" v="3617" actId="20577"/>
        <pc:sldMkLst>
          <pc:docMk/>
          <pc:sldMk cId="4235687771" sldId="256"/>
        </pc:sldMkLst>
      </pc:sldChg>
      <pc:sldChg chg="modSp mod modAnim">
        <pc:chgData name="Torbjørn Skardhamar" userId="a33c437c-465e-42c1-b920-4fca17f18356" providerId="ADAL" clId="{A57EEC3B-295C-4480-9698-7A3D03EB14FB}" dt="2023-01-17T10:21:55.334" v="3595" actId="27636"/>
        <pc:sldMkLst>
          <pc:docMk/>
          <pc:sldMk cId="1681592929" sldId="257"/>
        </pc:sldMkLst>
      </pc:sldChg>
      <pc:sldChg chg="modSp modAnim">
        <pc:chgData name="Torbjørn Skardhamar" userId="a33c437c-465e-42c1-b920-4fca17f18356" providerId="ADAL" clId="{A57EEC3B-295C-4480-9698-7A3D03EB14FB}" dt="2023-01-17T10:21:40.589" v="3588"/>
        <pc:sldMkLst>
          <pc:docMk/>
          <pc:sldMk cId="323105447" sldId="258"/>
        </pc:sldMkLst>
      </pc:sldChg>
      <pc:sldChg chg="modSp mod modAnim">
        <pc:chgData name="Torbjørn Skardhamar" userId="a33c437c-465e-42c1-b920-4fca17f18356" providerId="ADAL" clId="{A57EEC3B-295C-4480-9698-7A3D03EB14FB}" dt="2023-01-17T10:21:34.316" v="3586" actId="20577"/>
        <pc:sldMkLst>
          <pc:docMk/>
          <pc:sldMk cId="2645956723" sldId="259"/>
        </pc:sldMkLst>
      </pc:sldChg>
      <pc:sldChg chg="modSp mod modAnim">
        <pc:chgData name="Torbjørn Skardhamar" userId="a33c437c-465e-42c1-b920-4fca17f18356" providerId="ADAL" clId="{A57EEC3B-295C-4480-9698-7A3D03EB14FB}" dt="2023-01-17T10:19:47.069" v="3558" actId="20577"/>
        <pc:sldMkLst>
          <pc:docMk/>
          <pc:sldMk cId="1052226472" sldId="260"/>
        </pc:sldMkLst>
      </pc:sldChg>
      <pc:sldChg chg="modSp ord">
        <pc:chgData name="Torbjørn Skardhamar" userId="a33c437c-465e-42c1-b920-4fca17f18356" providerId="ADAL" clId="{A57EEC3B-295C-4480-9698-7A3D03EB14FB}" dt="2023-01-17T09:35:58.872" v="2383" actId="6549"/>
        <pc:sldMkLst>
          <pc:docMk/>
          <pc:sldMk cId="4141109270" sldId="276"/>
        </pc:sldMkLst>
      </pc:sldChg>
      <pc:sldChg chg="del">
        <pc:chgData name="Torbjørn Skardhamar" userId="a33c437c-465e-42c1-b920-4fca17f18356" providerId="ADAL" clId="{A57EEC3B-295C-4480-9698-7A3D03EB14FB}" dt="2023-01-17T09:20:05.863" v="1770" actId="2696"/>
        <pc:sldMkLst>
          <pc:docMk/>
          <pc:sldMk cId="1433056316" sldId="278"/>
        </pc:sldMkLst>
      </pc:sldChg>
      <pc:sldChg chg="add del">
        <pc:chgData name="Torbjørn Skardhamar" userId="a33c437c-465e-42c1-b920-4fca17f18356" providerId="ADAL" clId="{A57EEC3B-295C-4480-9698-7A3D03EB14FB}" dt="2023-01-17T09:43:01.962" v="2615" actId="47"/>
        <pc:sldMkLst>
          <pc:docMk/>
          <pc:sldMk cId="1851250084" sldId="278"/>
        </pc:sldMkLst>
      </pc:sldChg>
      <pc:sldChg chg="add del">
        <pc:chgData name="Torbjørn Skardhamar" userId="a33c437c-465e-42c1-b920-4fca17f18356" providerId="ADAL" clId="{A57EEC3B-295C-4480-9698-7A3D03EB14FB}" dt="2023-01-17T09:32:01.602" v="2328" actId="47"/>
        <pc:sldMkLst>
          <pc:docMk/>
          <pc:sldMk cId="1576463600" sldId="279"/>
        </pc:sldMkLst>
      </pc:sldChg>
      <pc:sldChg chg="del">
        <pc:chgData name="Torbjørn Skardhamar" userId="a33c437c-465e-42c1-b920-4fca17f18356" providerId="ADAL" clId="{A57EEC3B-295C-4480-9698-7A3D03EB14FB}" dt="2023-01-17T09:20:05.863" v="1770" actId="2696"/>
        <pc:sldMkLst>
          <pc:docMk/>
          <pc:sldMk cId="2581050577" sldId="279"/>
        </pc:sldMkLst>
      </pc:sldChg>
      <pc:sldChg chg="del">
        <pc:chgData name="Torbjørn Skardhamar" userId="a33c437c-465e-42c1-b920-4fca17f18356" providerId="ADAL" clId="{A57EEC3B-295C-4480-9698-7A3D03EB14FB}" dt="2023-01-17T09:20:05.863" v="1770" actId="2696"/>
        <pc:sldMkLst>
          <pc:docMk/>
          <pc:sldMk cId="502055895" sldId="280"/>
        </pc:sldMkLst>
      </pc:sldChg>
      <pc:sldChg chg="add del">
        <pc:chgData name="Torbjørn Skardhamar" userId="a33c437c-465e-42c1-b920-4fca17f18356" providerId="ADAL" clId="{A57EEC3B-295C-4480-9698-7A3D03EB14FB}" dt="2023-01-17T09:32:04.002" v="2329" actId="47"/>
        <pc:sldMkLst>
          <pc:docMk/>
          <pc:sldMk cId="4105921707" sldId="280"/>
        </pc:sldMkLst>
      </pc:sldChg>
      <pc:sldChg chg="del">
        <pc:chgData name="Torbjørn Skardhamar" userId="a33c437c-465e-42c1-b920-4fca17f18356" providerId="ADAL" clId="{A57EEC3B-295C-4480-9698-7A3D03EB14FB}" dt="2023-01-17T09:38:02.158" v="2386" actId="47"/>
        <pc:sldMkLst>
          <pc:docMk/>
          <pc:sldMk cId="2896938064" sldId="281"/>
        </pc:sldMkLst>
      </pc:sldChg>
      <pc:sldChg chg="modSp add del mod">
        <pc:chgData name="Torbjørn Skardhamar" userId="a33c437c-465e-42c1-b920-4fca17f18356" providerId="ADAL" clId="{A57EEC3B-295C-4480-9698-7A3D03EB14FB}" dt="2023-01-17T10:24:49.792" v="3597" actId="20577"/>
        <pc:sldMkLst>
          <pc:docMk/>
          <pc:sldMk cId="4001093182" sldId="282"/>
        </pc:sldMkLst>
      </pc:sldChg>
      <pc:sldChg chg="del">
        <pc:chgData name="Torbjørn Skardhamar" userId="a33c437c-465e-42c1-b920-4fca17f18356" providerId="ADAL" clId="{A57EEC3B-295C-4480-9698-7A3D03EB14FB}" dt="2023-01-17T09:30:10.391" v="2320" actId="47"/>
        <pc:sldMkLst>
          <pc:docMk/>
          <pc:sldMk cId="1092078117" sldId="283"/>
        </pc:sldMkLst>
      </pc:sldChg>
      <pc:sldChg chg="del">
        <pc:chgData name="Torbjørn Skardhamar" userId="a33c437c-465e-42c1-b920-4fca17f18356" providerId="ADAL" clId="{A57EEC3B-295C-4480-9698-7A3D03EB14FB}" dt="2023-01-17T09:30:14.700" v="2321" actId="47"/>
        <pc:sldMkLst>
          <pc:docMk/>
          <pc:sldMk cId="689513403" sldId="284"/>
        </pc:sldMkLst>
      </pc:sldChg>
      <pc:sldChg chg="del">
        <pc:chgData name="Torbjørn Skardhamar" userId="a33c437c-465e-42c1-b920-4fca17f18356" providerId="ADAL" clId="{A57EEC3B-295C-4480-9698-7A3D03EB14FB}" dt="2023-01-17T09:32:34.908" v="2332" actId="47"/>
        <pc:sldMkLst>
          <pc:docMk/>
          <pc:sldMk cId="1985276977" sldId="285"/>
        </pc:sldMkLst>
      </pc:sldChg>
      <pc:sldChg chg="modSp del mod ord">
        <pc:chgData name="Torbjørn Skardhamar" userId="a33c437c-465e-42c1-b920-4fca17f18356" providerId="ADAL" clId="{A57EEC3B-295C-4480-9698-7A3D03EB14FB}" dt="2023-01-17T09:37:54.386" v="2385" actId="47"/>
        <pc:sldMkLst>
          <pc:docMk/>
          <pc:sldMk cId="4139219640" sldId="286"/>
        </pc:sldMkLst>
      </pc:sldChg>
      <pc:sldChg chg="del">
        <pc:chgData name="Torbjørn Skardhamar" userId="a33c437c-465e-42c1-b920-4fca17f18356" providerId="ADAL" clId="{A57EEC3B-295C-4480-9698-7A3D03EB14FB}" dt="2023-01-17T09:32:37.570" v="2333" actId="47"/>
        <pc:sldMkLst>
          <pc:docMk/>
          <pc:sldMk cId="3480749333" sldId="287"/>
        </pc:sldMkLst>
      </pc:sldChg>
      <pc:sldChg chg="del">
        <pc:chgData name="Torbjørn Skardhamar" userId="a33c437c-465e-42c1-b920-4fca17f18356" providerId="ADAL" clId="{A57EEC3B-295C-4480-9698-7A3D03EB14FB}" dt="2023-01-17T09:08:49.675" v="863" actId="47"/>
        <pc:sldMkLst>
          <pc:docMk/>
          <pc:sldMk cId="1984127659" sldId="288"/>
        </pc:sldMkLst>
      </pc:sldChg>
      <pc:sldChg chg="modSp add mod">
        <pc:chgData name="Torbjørn Skardhamar" userId="a33c437c-465e-42c1-b920-4fca17f18356" providerId="ADAL" clId="{A57EEC3B-295C-4480-9698-7A3D03EB14FB}" dt="2023-01-17T10:09:34.465" v="3506" actId="6549"/>
        <pc:sldMkLst>
          <pc:docMk/>
          <pc:sldMk cId="2317416296" sldId="288"/>
        </pc:sldMkLst>
      </pc:sldChg>
      <pc:sldChg chg="addSp delSp modSp add mod">
        <pc:chgData name="Torbjørn Skardhamar" userId="a33c437c-465e-42c1-b920-4fca17f18356" providerId="ADAL" clId="{A57EEC3B-295C-4480-9698-7A3D03EB14FB}" dt="2023-01-17T10:11:24.300" v="3529" actId="20577"/>
        <pc:sldMkLst>
          <pc:docMk/>
          <pc:sldMk cId="2487811043" sldId="289"/>
        </pc:sldMkLst>
      </pc:sldChg>
      <pc:sldChg chg="addSp delSp modSp mod modAnim">
        <pc:chgData name="Torbjørn Skardhamar" userId="a33c437c-465e-42c1-b920-4fca17f18356" providerId="ADAL" clId="{A57EEC3B-295C-4480-9698-7A3D03EB14FB}" dt="2023-01-17T10:07:20.526" v="3504"/>
        <pc:sldMkLst>
          <pc:docMk/>
          <pc:sldMk cId="1542763443" sldId="290"/>
        </pc:sldMkLst>
      </pc:sldChg>
      <pc:sldChg chg="modSp mod">
        <pc:chgData name="Torbjørn Skardhamar" userId="a33c437c-465e-42c1-b920-4fca17f18356" providerId="ADAL" clId="{A57EEC3B-295C-4480-9698-7A3D03EB14FB}" dt="2023-01-17T09:34:36.058" v="2379" actId="6549"/>
        <pc:sldMkLst>
          <pc:docMk/>
          <pc:sldMk cId="1797388397" sldId="291"/>
        </pc:sldMkLst>
      </pc:sldChg>
      <pc:sldChg chg="modSp new del mod">
        <pc:chgData name="Torbjørn Skardhamar" userId="a33c437c-465e-42c1-b920-4fca17f18356" providerId="ADAL" clId="{A57EEC3B-295C-4480-9698-7A3D03EB14FB}" dt="2023-01-17T09:08:14.494" v="862" actId="47"/>
        <pc:sldMkLst>
          <pc:docMk/>
          <pc:sldMk cId="1130954158" sldId="292"/>
        </pc:sldMkLst>
      </pc:sldChg>
      <pc:sldChg chg="modSp new del mod">
        <pc:chgData name="Torbjørn Skardhamar" userId="a33c437c-465e-42c1-b920-4fca17f18356" providerId="ADAL" clId="{A57EEC3B-295C-4480-9698-7A3D03EB14FB}" dt="2023-01-17T09:01:57.887" v="332" actId="47"/>
        <pc:sldMkLst>
          <pc:docMk/>
          <pc:sldMk cId="1617313513" sldId="292"/>
        </pc:sldMkLst>
      </pc:sldChg>
      <pc:sldChg chg="add">
        <pc:chgData name="Torbjørn Skardhamar" userId="a33c437c-465e-42c1-b920-4fca17f18356" providerId="ADAL" clId="{A57EEC3B-295C-4480-9698-7A3D03EB14FB}" dt="2023-01-17T09:09:53.944" v="869"/>
        <pc:sldMkLst>
          <pc:docMk/>
          <pc:sldMk cId="1267452440" sldId="293"/>
        </pc:sldMkLst>
      </pc:sldChg>
      <pc:sldChg chg="modSp new del mod">
        <pc:chgData name="Torbjørn Skardhamar" userId="a33c437c-465e-42c1-b920-4fca17f18356" providerId="ADAL" clId="{A57EEC3B-295C-4480-9698-7A3D03EB14FB}" dt="2023-01-17T09:08:07.631" v="861" actId="47"/>
        <pc:sldMkLst>
          <pc:docMk/>
          <pc:sldMk cId="2217435458" sldId="293"/>
        </pc:sldMkLst>
      </pc:sldChg>
      <pc:sldChg chg="modSp new mod modAnim">
        <pc:chgData name="Torbjørn Skardhamar" userId="a33c437c-465e-42c1-b920-4fca17f18356" providerId="ADAL" clId="{A57EEC3B-295C-4480-9698-7A3D03EB14FB}" dt="2023-01-17T09:54:16.044" v="3425"/>
        <pc:sldMkLst>
          <pc:docMk/>
          <pc:sldMk cId="3907237183" sldId="294"/>
        </pc:sldMkLst>
      </pc:sldChg>
      <pc:sldChg chg="new del">
        <pc:chgData name="Torbjørn Skardhamar" userId="a33c437c-465e-42c1-b920-4fca17f18356" providerId="ADAL" clId="{A57EEC3B-295C-4480-9698-7A3D03EB14FB}" dt="2023-01-17T09:19:46.944" v="1769" actId="47"/>
        <pc:sldMkLst>
          <pc:docMk/>
          <pc:sldMk cId="93277298" sldId="295"/>
        </pc:sldMkLst>
      </pc:sldChg>
      <pc:sldChg chg="modSp add mod ord modAnim">
        <pc:chgData name="Torbjørn Skardhamar" userId="a33c437c-465e-42c1-b920-4fca17f18356" providerId="ADAL" clId="{A57EEC3B-295C-4480-9698-7A3D03EB14FB}" dt="2023-01-17T09:33:06.416" v="2337"/>
        <pc:sldMkLst>
          <pc:docMk/>
          <pc:sldMk cId="556537342" sldId="299"/>
        </pc:sldMkLst>
      </pc:sldChg>
      <pc:sldChg chg="modSp add mod ord">
        <pc:chgData name="Torbjørn Skardhamar" userId="a33c437c-465e-42c1-b920-4fca17f18356" providerId="ADAL" clId="{A57EEC3B-295C-4480-9698-7A3D03EB14FB}" dt="2023-01-17T09:30:38.209" v="2323"/>
        <pc:sldMkLst>
          <pc:docMk/>
          <pc:sldMk cId="1878075725" sldId="301"/>
        </pc:sldMkLst>
      </pc:sldChg>
      <pc:sldChg chg="modSp add mod">
        <pc:chgData name="Torbjørn Skardhamar" userId="a33c437c-465e-42c1-b920-4fca17f18356" providerId="ADAL" clId="{A57EEC3B-295C-4480-9698-7A3D03EB14FB}" dt="2023-01-17T09:15:47.890" v="1329" actId="20577"/>
        <pc:sldMkLst>
          <pc:docMk/>
          <pc:sldMk cId="1239209860" sldId="302"/>
        </pc:sldMkLst>
      </pc:sldChg>
      <pc:sldChg chg="modSp add mod modAnim">
        <pc:chgData name="Torbjørn Skardhamar" userId="a33c437c-465e-42c1-b920-4fca17f18356" providerId="ADAL" clId="{A57EEC3B-295C-4480-9698-7A3D03EB14FB}" dt="2023-01-17T10:14:53.853" v="3532" actId="20577"/>
        <pc:sldMkLst>
          <pc:docMk/>
          <pc:sldMk cId="33150911" sldId="303"/>
        </pc:sldMkLst>
      </pc:sldChg>
      <pc:sldChg chg="modSp add mod modAnim">
        <pc:chgData name="Torbjørn Skardhamar" userId="a33c437c-465e-42c1-b920-4fca17f18356" providerId="ADAL" clId="{A57EEC3B-295C-4480-9698-7A3D03EB14FB}" dt="2023-01-17T09:59:55.567" v="3462" actId="20577"/>
        <pc:sldMkLst>
          <pc:docMk/>
          <pc:sldMk cId="3584478168" sldId="304"/>
        </pc:sldMkLst>
      </pc:sldChg>
      <pc:sldChg chg="modSp new mod">
        <pc:chgData name="Torbjørn Skardhamar" userId="a33c437c-465e-42c1-b920-4fca17f18356" providerId="ADAL" clId="{A57EEC3B-295C-4480-9698-7A3D03EB14FB}" dt="2023-01-17T09:43:49.153" v="2649" actId="12"/>
        <pc:sldMkLst>
          <pc:docMk/>
          <pc:sldMk cId="3320728623" sldId="305"/>
        </pc:sldMkLst>
      </pc:sldChg>
      <pc:sldChg chg="modSp new mod">
        <pc:chgData name="Torbjørn Skardhamar" userId="a33c437c-465e-42c1-b920-4fca17f18356" providerId="ADAL" clId="{A57EEC3B-295C-4480-9698-7A3D03EB14FB}" dt="2023-01-17T09:44:46.928" v="2681" actId="20577"/>
        <pc:sldMkLst>
          <pc:docMk/>
          <pc:sldMk cId="3663198584" sldId="306"/>
        </pc:sldMkLst>
      </pc:sldChg>
      <pc:sldChg chg="addSp modSp new mod">
        <pc:chgData name="Torbjørn Skardhamar" userId="a33c437c-465e-42c1-b920-4fca17f18356" providerId="ADAL" clId="{A57EEC3B-295C-4480-9698-7A3D03EB14FB}" dt="2023-01-17T09:50:03.540" v="3186" actId="27636"/>
        <pc:sldMkLst>
          <pc:docMk/>
          <pc:sldMk cId="1501257253" sldId="307"/>
        </pc:sldMkLst>
      </pc:sldChg>
      <pc:sldChg chg="modSp new mod">
        <pc:chgData name="Torbjørn Skardhamar" userId="a33c437c-465e-42c1-b920-4fca17f18356" providerId="ADAL" clId="{A57EEC3B-295C-4480-9698-7A3D03EB14FB}" dt="2023-01-17T09:52:25.355" v="3424" actId="6549"/>
        <pc:sldMkLst>
          <pc:docMk/>
          <pc:sldMk cId="2570294808" sldId="308"/>
        </pc:sldMkLst>
      </pc:sldChg>
      <pc:sldChg chg="new del">
        <pc:chgData name="Torbjørn Skardhamar" userId="a33c437c-465e-42c1-b920-4fca17f18356" providerId="ADAL" clId="{A57EEC3B-295C-4480-9698-7A3D03EB14FB}" dt="2023-01-17T10:42:41.301" v="3619" actId="47"/>
        <pc:sldMkLst>
          <pc:docMk/>
          <pc:sldMk cId="461086429" sldId="309"/>
        </pc:sldMkLst>
      </pc:sldChg>
    </pc:docChg>
  </pc:docChgLst>
  <pc:docChgLst>
    <pc:chgData name="Torbjørn Skardhamar" userId="a33c437c-465e-42c1-b920-4fca17f18356" providerId="ADAL" clId="{9B93D1C1-7325-4F04-BBB7-F3E4D70C29A6}"/>
    <pc:docChg chg="custSel addSld modSld sldOrd">
      <pc:chgData name="Torbjørn Skardhamar" userId="a33c437c-465e-42c1-b920-4fca17f18356" providerId="ADAL" clId="{9B93D1C1-7325-4F04-BBB7-F3E4D70C29A6}" dt="2024-01-14T16:20:40.896" v="601" actId="20577"/>
      <pc:docMkLst>
        <pc:docMk/>
      </pc:docMkLst>
      <pc:sldChg chg="modSp mod">
        <pc:chgData name="Torbjørn Skardhamar" userId="a33c437c-465e-42c1-b920-4fca17f18356" providerId="ADAL" clId="{9B93D1C1-7325-4F04-BBB7-F3E4D70C29A6}" dt="2024-01-14T15:40:33.483" v="4" actId="114"/>
        <pc:sldMkLst>
          <pc:docMk/>
          <pc:sldMk cId="323105447" sldId="258"/>
        </pc:sldMkLst>
      </pc:sldChg>
      <pc:sldChg chg="modSp mod">
        <pc:chgData name="Torbjørn Skardhamar" userId="a33c437c-465e-42c1-b920-4fca17f18356" providerId="ADAL" clId="{9B93D1C1-7325-4F04-BBB7-F3E4D70C29A6}" dt="2024-01-14T16:20:40.896" v="601" actId="20577"/>
        <pc:sldMkLst>
          <pc:docMk/>
          <pc:sldMk cId="4001093182" sldId="282"/>
        </pc:sldMkLst>
      </pc:sldChg>
      <pc:sldChg chg="modSp mod">
        <pc:chgData name="Torbjørn Skardhamar" userId="a33c437c-465e-42c1-b920-4fca17f18356" providerId="ADAL" clId="{9B93D1C1-7325-4F04-BBB7-F3E4D70C29A6}" dt="2024-01-14T16:20:14.896" v="550" actId="6549"/>
        <pc:sldMkLst>
          <pc:docMk/>
          <pc:sldMk cId="3320728623" sldId="305"/>
        </pc:sldMkLst>
      </pc:sldChg>
      <pc:sldChg chg="modSp mod">
        <pc:chgData name="Torbjørn Skardhamar" userId="a33c437c-465e-42c1-b920-4fca17f18356" providerId="ADAL" clId="{9B93D1C1-7325-4F04-BBB7-F3E4D70C29A6}" dt="2024-01-14T16:18:43.774" v="506" actId="27636"/>
        <pc:sldMkLst>
          <pc:docMk/>
          <pc:sldMk cId="1501257253" sldId="307"/>
        </pc:sldMkLst>
      </pc:sldChg>
      <pc:sldChg chg="modSp mod">
        <pc:chgData name="Torbjørn Skardhamar" userId="a33c437c-465e-42c1-b920-4fca17f18356" providerId="ADAL" clId="{9B93D1C1-7325-4F04-BBB7-F3E4D70C29A6}" dt="2024-01-14T16:19:50.263" v="549" actId="6549"/>
        <pc:sldMkLst>
          <pc:docMk/>
          <pc:sldMk cId="2570294808" sldId="308"/>
        </pc:sldMkLst>
      </pc:sldChg>
      <pc:sldChg chg="addSp delSp modSp new mod modClrScheme chgLayout">
        <pc:chgData name="Torbjørn Skardhamar" userId="a33c437c-465e-42c1-b920-4fca17f18356" providerId="ADAL" clId="{9B93D1C1-7325-4F04-BBB7-F3E4D70C29A6}" dt="2024-01-14T15:55:01.745" v="349" actId="20577"/>
        <pc:sldMkLst>
          <pc:docMk/>
          <pc:sldMk cId="696724325" sldId="309"/>
        </pc:sldMkLst>
      </pc:sldChg>
      <pc:sldChg chg="addSp modSp new mod ord modAnim">
        <pc:chgData name="Torbjørn Skardhamar" userId="a33c437c-465e-42c1-b920-4fca17f18356" providerId="ADAL" clId="{9B93D1C1-7325-4F04-BBB7-F3E4D70C29A6}" dt="2024-01-14T16:07:38.318" v="410"/>
        <pc:sldMkLst>
          <pc:docMk/>
          <pc:sldMk cId="1719370903" sldId="310"/>
        </pc:sldMkLst>
      </pc:sldChg>
    </pc:docChg>
  </pc:docChgLst>
  <pc:docChgLst>
    <pc:chgData name="Torbjørn Skardhamar" userId="a33c437c-465e-42c1-b920-4fca17f18356" providerId="ADAL" clId="{8FAB6514-7BA6-4A2E-8BAC-B36B90F1B93F}"/>
    <pc:docChg chg="custSel delSld modSld">
      <pc:chgData name="Torbjørn Skardhamar" userId="a33c437c-465e-42c1-b920-4fca17f18356" providerId="ADAL" clId="{8FAB6514-7BA6-4A2E-8BAC-B36B90F1B93F}" dt="2025-01-13T08:28:40.888" v="155" actId="20577"/>
      <pc:docMkLst>
        <pc:docMk/>
      </pc:docMkLst>
      <pc:sldChg chg="modSp mod">
        <pc:chgData name="Torbjørn Skardhamar" userId="a33c437c-465e-42c1-b920-4fca17f18356" providerId="ADAL" clId="{8FAB6514-7BA6-4A2E-8BAC-B36B90F1B93F}" dt="2025-01-13T08:23:00.295" v="12" actId="27636"/>
        <pc:sldMkLst>
          <pc:docMk/>
          <pc:sldMk cId="1052226472" sldId="260"/>
        </pc:sldMkLst>
      </pc:sldChg>
      <pc:sldChg chg="modSp mod">
        <pc:chgData name="Torbjørn Skardhamar" userId="a33c437c-465e-42c1-b920-4fca17f18356" providerId="ADAL" clId="{8FAB6514-7BA6-4A2E-8BAC-B36B90F1B93F}" dt="2025-01-13T08:27:39.543" v="147"/>
        <pc:sldMkLst>
          <pc:docMk/>
          <pc:sldMk cId="4001093182" sldId="282"/>
        </pc:sldMkLst>
      </pc:sldChg>
      <pc:sldChg chg="modSp mod">
        <pc:chgData name="Torbjørn Skardhamar" userId="a33c437c-465e-42c1-b920-4fca17f18356" providerId="ADAL" clId="{8FAB6514-7BA6-4A2E-8BAC-B36B90F1B93F}" dt="2025-01-13T08:09:33.691" v="3" actId="20577"/>
        <pc:sldMkLst>
          <pc:docMk/>
          <pc:sldMk cId="1797388397" sldId="291"/>
        </pc:sldMkLst>
      </pc:sldChg>
      <pc:sldChg chg="modSp mod">
        <pc:chgData name="Torbjørn Skardhamar" userId="a33c437c-465e-42c1-b920-4fca17f18356" providerId="ADAL" clId="{8FAB6514-7BA6-4A2E-8BAC-B36B90F1B93F}" dt="2025-01-13T08:28:17.116" v="150" actId="20577"/>
        <pc:sldMkLst>
          <pc:docMk/>
          <pc:sldMk cId="3320728623" sldId="305"/>
        </pc:sldMkLst>
      </pc:sldChg>
      <pc:sldChg chg="modSp mod">
        <pc:chgData name="Torbjørn Skardhamar" userId="a33c437c-465e-42c1-b920-4fca17f18356" providerId="ADAL" clId="{8FAB6514-7BA6-4A2E-8BAC-B36B90F1B93F}" dt="2025-01-13T08:28:40.888" v="155" actId="20577"/>
        <pc:sldMkLst>
          <pc:docMk/>
          <pc:sldMk cId="2570294808" sldId="308"/>
        </pc:sldMkLst>
      </pc:sldChg>
      <pc:sldChg chg="del">
        <pc:chgData name="Torbjørn Skardhamar" userId="a33c437c-465e-42c1-b920-4fca17f18356" providerId="ADAL" clId="{8FAB6514-7BA6-4A2E-8BAC-B36B90F1B93F}" dt="2025-01-13T07:59:23.199" v="0" actId="47"/>
        <pc:sldMkLst>
          <pc:docMk/>
          <pc:sldMk cId="696724325" sldId="309"/>
        </pc:sldMkLst>
      </pc:sldChg>
    </pc:docChg>
  </pc:docChgLst>
  <pc:docChgLst>
    <pc:chgData name="Torbjørn Skardhamar" userId="a33c437c-465e-42c1-b920-4fca17f18356" providerId="ADAL" clId="{A2BE0927-1E12-4811-B578-05D4F80595BF}"/>
    <pc:docChg chg="addSld modSld">
      <pc:chgData name="Torbjørn Skardhamar" userId="a33c437c-465e-42c1-b920-4fca17f18356" providerId="ADAL" clId="{A2BE0927-1E12-4811-B578-05D4F80595BF}" dt="2026-01-06T10:12:32.435" v="209" actId="20577"/>
      <pc:docMkLst>
        <pc:docMk/>
      </pc:docMkLst>
      <pc:sldChg chg="modSp">
        <pc:chgData name="Torbjørn Skardhamar" userId="a33c437c-465e-42c1-b920-4fca17f18356" providerId="ADAL" clId="{A2BE0927-1E12-4811-B578-05D4F80595BF}" dt="2026-01-06T10:12:32.435" v="209" actId="20577"/>
        <pc:sldMkLst>
          <pc:docMk/>
          <pc:sldMk cId="2450017889" sldId="313"/>
        </pc:sldMkLst>
        <pc:spChg chg="mod">
          <ac:chgData name="Torbjørn Skardhamar" userId="a33c437c-465e-42c1-b920-4fca17f18356" providerId="ADAL" clId="{A2BE0927-1E12-4811-B578-05D4F80595BF}" dt="2026-01-06T10:12:32.435" v="209" actId="20577"/>
          <ac:spMkLst>
            <pc:docMk/>
            <pc:sldMk cId="2450017889" sldId="313"/>
            <ac:spMk id="3" creationId="{60B64BF8-DBE0-E8CB-34F2-F233F23BF75B}"/>
          </ac:spMkLst>
        </pc:spChg>
      </pc:sldChg>
      <pc:sldChg chg="modSp mod">
        <pc:chgData name="Torbjørn Skardhamar" userId="a33c437c-465e-42c1-b920-4fca17f18356" providerId="ADAL" clId="{A2BE0927-1E12-4811-B578-05D4F80595BF}" dt="2026-01-06T10:04:39.077" v="176" actId="20577"/>
        <pc:sldMkLst>
          <pc:docMk/>
          <pc:sldMk cId="846071962" sldId="314"/>
        </pc:sldMkLst>
        <pc:spChg chg="mod">
          <ac:chgData name="Torbjørn Skardhamar" userId="a33c437c-465e-42c1-b920-4fca17f18356" providerId="ADAL" clId="{A2BE0927-1E12-4811-B578-05D4F80595BF}" dt="2026-01-06T10:04:39.077" v="176" actId="20577"/>
          <ac:spMkLst>
            <pc:docMk/>
            <pc:sldMk cId="846071962" sldId="314"/>
            <ac:spMk id="6" creationId="{6AA3F680-AFDC-09C3-BCD2-4FBF22D71027}"/>
          </ac:spMkLst>
        </pc:spChg>
      </pc:sldChg>
      <pc:sldChg chg="modSp new mod">
        <pc:chgData name="Torbjørn Skardhamar" userId="a33c437c-465e-42c1-b920-4fca17f18356" providerId="ADAL" clId="{A2BE0927-1E12-4811-B578-05D4F80595BF}" dt="2026-01-06T09:11:37.778" v="174" actId="20577"/>
        <pc:sldMkLst>
          <pc:docMk/>
          <pc:sldMk cId="3050537828" sldId="315"/>
        </pc:sldMkLst>
        <pc:spChg chg="mod">
          <ac:chgData name="Torbjørn Skardhamar" userId="a33c437c-465e-42c1-b920-4fca17f18356" providerId="ADAL" clId="{A2BE0927-1E12-4811-B578-05D4F80595BF}" dt="2026-01-06T09:10:19.473" v="8" actId="20577"/>
          <ac:spMkLst>
            <pc:docMk/>
            <pc:sldMk cId="3050537828" sldId="315"/>
            <ac:spMk id="2" creationId="{5C674045-25A0-95A8-C4EF-E13731B410EE}"/>
          </ac:spMkLst>
        </pc:spChg>
        <pc:spChg chg="mod">
          <ac:chgData name="Torbjørn Skardhamar" userId="a33c437c-465e-42c1-b920-4fca17f18356" providerId="ADAL" clId="{A2BE0927-1E12-4811-B578-05D4F80595BF}" dt="2026-01-06T09:11:37.778" v="174" actId="20577"/>
          <ac:spMkLst>
            <pc:docMk/>
            <pc:sldMk cId="3050537828" sldId="315"/>
            <ac:spMk id="3" creationId="{D8CACA05-0DA0-E8B4-EBAC-9E421242F448}"/>
          </ac:spMkLst>
        </pc:spChg>
      </pc:sldChg>
    </pc:docChg>
  </pc:docChgLst>
  <pc:docChgLst>
    <pc:chgData name="Torbjørn Skardhamar" userId="a33c437c-465e-42c1-b920-4fca17f18356" providerId="ADAL" clId="{22A5DE74-CE05-44F3-9198-7D9745D07C87}"/>
    <pc:docChg chg="undo redo custSel addSld delSld modSld sldOrd">
      <pc:chgData name="Torbjørn Skardhamar" userId="a33c437c-465e-42c1-b920-4fca17f18356" providerId="ADAL" clId="{22A5DE74-CE05-44F3-9198-7D9745D07C87}" dt="2023-01-16T16:03:25.877" v="1265" actId="20577"/>
      <pc:docMkLst>
        <pc:docMk/>
      </pc:docMkLst>
      <pc:sldChg chg="ord">
        <pc:chgData name="Torbjørn Skardhamar" userId="a33c437c-465e-42c1-b920-4fca17f18356" providerId="ADAL" clId="{22A5DE74-CE05-44F3-9198-7D9745D07C87}" dt="2023-01-16T11:37:54.428" v="181"/>
        <pc:sldMkLst>
          <pc:docMk/>
          <pc:sldMk cId="4141109270" sldId="276"/>
        </pc:sldMkLst>
      </pc:sldChg>
      <pc:sldChg chg="ord">
        <pc:chgData name="Torbjørn Skardhamar" userId="a33c437c-465e-42c1-b920-4fca17f18356" providerId="ADAL" clId="{22A5DE74-CE05-44F3-9198-7D9745D07C87}" dt="2023-01-16T11:38:12.843" v="184"/>
        <pc:sldMkLst>
          <pc:docMk/>
          <pc:sldMk cId="1433056316" sldId="278"/>
        </pc:sldMkLst>
      </pc:sldChg>
      <pc:sldChg chg="modSp mod modAnim">
        <pc:chgData name="Torbjørn Skardhamar" userId="a33c437c-465e-42c1-b920-4fca17f18356" providerId="ADAL" clId="{22A5DE74-CE05-44F3-9198-7D9745D07C87}" dt="2023-01-16T11:40:54.315" v="237" actId="27636"/>
        <pc:sldMkLst>
          <pc:docMk/>
          <pc:sldMk cId="2581050577" sldId="279"/>
        </pc:sldMkLst>
      </pc:sldChg>
      <pc:sldChg chg="modSp">
        <pc:chgData name="Torbjørn Skardhamar" userId="a33c437c-465e-42c1-b920-4fca17f18356" providerId="ADAL" clId="{22A5DE74-CE05-44F3-9198-7D9745D07C87}" dt="2023-01-16T11:40:06.557" v="232" actId="20577"/>
        <pc:sldMkLst>
          <pc:docMk/>
          <pc:sldMk cId="502055895" sldId="280"/>
        </pc:sldMkLst>
      </pc:sldChg>
      <pc:sldChg chg="addSp delSp modSp new mod modClrScheme chgLayout">
        <pc:chgData name="Torbjørn Skardhamar" userId="a33c437c-465e-42c1-b920-4fca17f18356" providerId="ADAL" clId="{22A5DE74-CE05-44F3-9198-7D9745D07C87}" dt="2023-01-16T11:33:16.758" v="125" actId="20577"/>
        <pc:sldMkLst>
          <pc:docMk/>
          <pc:sldMk cId="4001093182" sldId="282"/>
        </pc:sldMkLst>
      </pc:sldChg>
      <pc:sldChg chg="modSp new mod ord">
        <pc:chgData name="Torbjørn Skardhamar" userId="a33c437c-465e-42c1-b920-4fca17f18356" providerId="ADAL" clId="{22A5DE74-CE05-44F3-9198-7D9745D07C87}" dt="2023-01-16T11:37:51.167" v="179"/>
        <pc:sldMkLst>
          <pc:docMk/>
          <pc:sldMk cId="1092078117" sldId="283"/>
        </pc:sldMkLst>
      </pc:sldChg>
      <pc:sldChg chg="modSp new mod ord">
        <pc:chgData name="Torbjørn Skardhamar" userId="a33c437c-465e-42c1-b920-4fca17f18356" providerId="ADAL" clId="{22A5DE74-CE05-44F3-9198-7D9745D07C87}" dt="2023-01-16T11:54:00.183" v="563" actId="20577"/>
        <pc:sldMkLst>
          <pc:docMk/>
          <pc:sldMk cId="689513403" sldId="284"/>
        </pc:sldMkLst>
      </pc:sldChg>
      <pc:sldChg chg="modSp new mod ord">
        <pc:chgData name="Torbjørn Skardhamar" userId="a33c437c-465e-42c1-b920-4fca17f18356" providerId="ADAL" clId="{22A5DE74-CE05-44F3-9198-7D9745D07C87}" dt="2023-01-16T11:54:19.034" v="588" actId="20577"/>
        <pc:sldMkLst>
          <pc:docMk/>
          <pc:sldMk cId="1985276977" sldId="285"/>
        </pc:sldMkLst>
      </pc:sldChg>
      <pc:sldChg chg="modSp new mod ord">
        <pc:chgData name="Torbjørn Skardhamar" userId="a33c437c-465e-42c1-b920-4fca17f18356" providerId="ADAL" clId="{22A5DE74-CE05-44F3-9198-7D9745D07C87}" dt="2023-01-16T15:14:08.994" v="1050" actId="6549"/>
        <pc:sldMkLst>
          <pc:docMk/>
          <pc:sldMk cId="4139219640" sldId="286"/>
        </pc:sldMkLst>
      </pc:sldChg>
      <pc:sldChg chg="modSp new mod">
        <pc:chgData name="Torbjørn Skardhamar" userId="a33c437c-465e-42c1-b920-4fca17f18356" providerId="ADAL" clId="{22A5DE74-CE05-44F3-9198-7D9745D07C87}" dt="2023-01-16T12:16:19.890" v="849" actId="20577"/>
        <pc:sldMkLst>
          <pc:docMk/>
          <pc:sldMk cId="3480749333" sldId="287"/>
        </pc:sldMkLst>
      </pc:sldChg>
      <pc:sldChg chg="modSp new mod">
        <pc:chgData name="Torbjørn Skardhamar" userId="a33c437c-465e-42c1-b920-4fca17f18356" providerId="ADAL" clId="{22A5DE74-CE05-44F3-9198-7D9745D07C87}" dt="2023-01-16T15:14:47.496" v="1136" actId="20577"/>
        <pc:sldMkLst>
          <pc:docMk/>
          <pc:sldMk cId="1984127659" sldId="288"/>
        </pc:sldMkLst>
      </pc:sldChg>
      <pc:sldChg chg="del">
        <pc:chgData name="Torbjørn Skardhamar" userId="a33c437c-465e-42c1-b920-4fca17f18356" providerId="ADAL" clId="{22A5DE74-CE05-44F3-9198-7D9745D07C87}" dt="2023-01-16T11:31:37.918" v="0" actId="47"/>
        <pc:sldMkLst>
          <pc:docMk/>
          <pc:sldMk cId="3058322899" sldId="288"/>
        </pc:sldMkLst>
      </pc:sldChg>
      <pc:sldChg chg="addSp delSp modSp new del mod">
        <pc:chgData name="Torbjørn Skardhamar" userId="a33c437c-465e-42c1-b920-4fca17f18356" providerId="ADAL" clId="{22A5DE74-CE05-44F3-9198-7D9745D07C87}" dt="2023-01-16T15:34:07.234" v="1173" actId="2696"/>
        <pc:sldMkLst>
          <pc:docMk/>
          <pc:sldMk cId="1517944374" sldId="289"/>
        </pc:sldMkLst>
      </pc:sldChg>
      <pc:sldChg chg="addSp delSp modSp new mod">
        <pc:chgData name="Torbjørn Skardhamar" userId="a33c437c-465e-42c1-b920-4fca17f18356" providerId="ADAL" clId="{22A5DE74-CE05-44F3-9198-7D9745D07C87}" dt="2023-01-16T16:02:41.744" v="1201" actId="6549"/>
        <pc:sldMkLst>
          <pc:docMk/>
          <pc:sldMk cId="1542763443" sldId="290"/>
        </pc:sldMkLst>
      </pc:sldChg>
      <pc:sldChg chg="modSp new mod">
        <pc:chgData name="Torbjørn Skardhamar" userId="a33c437c-465e-42c1-b920-4fca17f18356" providerId="ADAL" clId="{22A5DE74-CE05-44F3-9198-7D9745D07C87}" dt="2023-01-16T16:03:25.877" v="1265" actId="20577"/>
        <pc:sldMkLst>
          <pc:docMk/>
          <pc:sldMk cId="1797388397" sldId="291"/>
        </pc:sldMkLst>
      </pc:sldChg>
    </pc:docChg>
  </pc:docChgLst>
  <pc:docChgLst>
    <pc:chgData name="Torbjørn Skardhamar" userId="a33c437c-465e-42c1-b920-4fca17f18356" providerId="ADAL" clId="{AF786A56-986A-470C-A4FD-F930035689EF}"/>
    <pc:docChg chg="undo custSel addSld delSld modSld">
      <pc:chgData name="Torbjørn Skardhamar" userId="a33c437c-465e-42c1-b920-4fca17f18356" providerId="ADAL" clId="{AF786A56-986A-470C-A4FD-F930035689EF}" dt="2026-01-06T11:49:03.428" v="1898" actId="47"/>
      <pc:docMkLst>
        <pc:docMk/>
      </pc:docMkLst>
      <pc:sldChg chg="del">
        <pc:chgData name="Torbjørn Skardhamar" userId="a33c437c-465e-42c1-b920-4fca17f18356" providerId="ADAL" clId="{AF786A56-986A-470C-A4FD-F930035689EF}" dt="2026-01-06T11:48:55.309" v="1896" actId="2696"/>
        <pc:sldMkLst>
          <pc:docMk/>
          <pc:sldMk cId="1681592929" sldId="257"/>
        </pc:sldMkLst>
      </pc:sldChg>
      <pc:sldChg chg="del">
        <pc:chgData name="Torbjørn Skardhamar" userId="a33c437c-465e-42c1-b920-4fca17f18356" providerId="ADAL" clId="{AF786A56-986A-470C-A4FD-F930035689EF}" dt="2026-01-06T11:48:55.309" v="1896" actId="2696"/>
        <pc:sldMkLst>
          <pc:docMk/>
          <pc:sldMk cId="323105447" sldId="258"/>
        </pc:sldMkLst>
      </pc:sldChg>
      <pc:sldChg chg="del">
        <pc:chgData name="Torbjørn Skardhamar" userId="a33c437c-465e-42c1-b920-4fca17f18356" providerId="ADAL" clId="{AF786A56-986A-470C-A4FD-F930035689EF}" dt="2026-01-06T11:48:55.309" v="1896" actId="2696"/>
        <pc:sldMkLst>
          <pc:docMk/>
          <pc:sldMk cId="2645956723" sldId="259"/>
        </pc:sldMkLst>
      </pc:sldChg>
      <pc:sldChg chg="del">
        <pc:chgData name="Torbjørn Skardhamar" userId="a33c437c-465e-42c1-b920-4fca17f18356" providerId="ADAL" clId="{AF786A56-986A-470C-A4FD-F930035689EF}" dt="2026-01-06T11:48:55.309" v="1896" actId="2696"/>
        <pc:sldMkLst>
          <pc:docMk/>
          <pc:sldMk cId="1052226472" sldId="260"/>
        </pc:sldMkLst>
      </pc:sldChg>
      <pc:sldChg chg="modSp mod modAnim">
        <pc:chgData name="Torbjørn Skardhamar" userId="a33c437c-465e-42c1-b920-4fca17f18356" providerId="ADAL" clId="{AF786A56-986A-470C-A4FD-F930035689EF}" dt="2026-01-06T07:33:09.599" v="68" actId="20577"/>
        <pc:sldMkLst>
          <pc:docMk/>
          <pc:sldMk cId="4141109270" sldId="276"/>
        </pc:sldMkLst>
        <pc:spChg chg="mod">
          <ac:chgData name="Torbjørn Skardhamar" userId="a33c437c-465e-42c1-b920-4fca17f18356" providerId="ADAL" clId="{AF786A56-986A-470C-A4FD-F930035689EF}" dt="2026-01-05T15:12:49.136" v="52" actId="6549"/>
          <ac:spMkLst>
            <pc:docMk/>
            <pc:sldMk cId="4141109270" sldId="276"/>
            <ac:spMk id="2" creationId="{00000000-0000-0000-0000-000000000000}"/>
          </ac:spMkLst>
        </pc:spChg>
        <pc:spChg chg="mod">
          <ac:chgData name="Torbjørn Skardhamar" userId="a33c437c-465e-42c1-b920-4fca17f18356" providerId="ADAL" clId="{AF786A56-986A-470C-A4FD-F930035689EF}" dt="2026-01-06T07:33:09.599" v="68" actId="20577"/>
          <ac:spMkLst>
            <pc:docMk/>
            <pc:sldMk cId="4141109270" sldId="276"/>
            <ac:spMk id="3" creationId="{00000000-0000-0000-0000-000000000000}"/>
          </ac:spMkLst>
        </pc:spChg>
      </pc:sldChg>
      <pc:sldChg chg="modSp del mod">
        <pc:chgData name="Torbjørn Skardhamar" userId="a33c437c-465e-42c1-b920-4fca17f18356" providerId="ADAL" clId="{AF786A56-986A-470C-A4FD-F930035689EF}" dt="2026-01-05T15:14:32.766" v="53" actId="47"/>
        <pc:sldMkLst>
          <pc:docMk/>
          <pc:sldMk cId="4001093182" sldId="282"/>
        </pc:sldMkLst>
      </pc:sldChg>
      <pc:sldChg chg="modSp mod">
        <pc:chgData name="Torbjørn Skardhamar" userId="a33c437c-465e-42c1-b920-4fca17f18356" providerId="ADAL" clId="{AF786A56-986A-470C-A4FD-F930035689EF}" dt="2026-01-06T07:29:23.496" v="63" actId="6549"/>
        <pc:sldMkLst>
          <pc:docMk/>
          <pc:sldMk cId="1797388397" sldId="291"/>
        </pc:sldMkLst>
        <pc:spChg chg="mod">
          <ac:chgData name="Torbjørn Skardhamar" userId="a33c437c-465e-42c1-b920-4fca17f18356" providerId="ADAL" clId="{AF786A56-986A-470C-A4FD-F930035689EF}" dt="2026-01-06T07:29:23.496" v="63" actId="6549"/>
          <ac:spMkLst>
            <pc:docMk/>
            <pc:sldMk cId="1797388397" sldId="291"/>
            <ac:spMk id="3" creationId="{65117B54-E2BD-410F-896A-50F4395F7346}"/>
          </ac:spMkLst>
        </pc:spChg>
      </pc:sldChg>
      <pc:sldChg chg="modSp mod modAnim">
        <pc:chgData name="Torbjørn Skardhamar" userId="a33c437c-465e-42c1-b920-4fca17f18356" providerId="ADAL" clId="{AF786A56-986A-470C-A4FD-F930035689EF}" dt="2026-01-06T08:06:31.510" v="1277" actId="20577"/>
        <pc:sldMkLst>
          <pc:docMk/>
          <pc:sldMk cId="33150911" sldId="303"/>
        </pc:sldMkLst>
        <pc:spChg chg="mod">
          <ac:chgData name="Torbjørn Skardhamar" userId="a33c437c-465e-42c1-b920-4fca17f18356" providerId="ADAL" clId="{AF786A56-986A-470C-A4FD-F930035689EF}" dt="2026-01-06T08:06:31.510" v="1277" actId="20577"/>
          <ac:spMkLst>
            <pc:docMk/>
            <pc:sldMk cId="33150911" sldId="303"/>
            <ac:spMk id="8" creationId="{A1DDBFCE-9497-4BF6-B018-D5D39A5DD090}"/>
          </ac:spMkLst>
        </pc:spChg>
      </pc:sldChg>
      <pc:sldChg chg="del">
        <pc:chgData name="Torbjørn Skardhamar" userId="a33c437c-465e-42c1-b920-4fca17f18356" providerId="ADAL" clId="{AF786A56-986A-470C-A4FD-F930035689EF}" dt="2026-01-05T15:14:59.207" v="58" actId="47"/>
        <pc:sldMkLst>
          <pc:docMk/>
          <pc:sldMk cId="3320728623" sldId="305"/>
        </pc:sldMkLst>
      </pc:sldChg>
      <pc:sldChg chg="del">
        <pc:chgData name="Torbjørn Skardhamar" userId="a33c437c-465e-42c1-b920-4fca17f18356" providerId="ADAL" clId="{AF786A56-986A-470C-A4FD-F930035689EF}" dt="2026-01-06T08:07:41.684" v="1282" actId="47"/>
        <pc:sldMkLst>
          <pc:docMk/>
          <pc:sldMk cId="3663198584" sldId="306"/>
        </pc:sldMkLst>
      </pc:sldChg>
      <pc:sldChg chg="add">
        <pc:chgData name="Torbjørn Skardhamar" userId="a33c437c-465e-42c1-b920-4fca17f18356" providerId="ADAL" clId="{AF786A56-986A-470C-A4FD-F930035689EF}" dt="2026-01-06T08:08:02.089" v="1284"/>
        <pc:sldMkLst>
          <pc:docMk/>
          <pc:sldMk cId="579728926" sldId="307"/>
        </pc:sldMkLst>
      </pc:sldChg>
      <pc:sldChg chg="del">
        <pc:chgData name="Torbjørn Skardhamar" userId="a33c437c-465e-42c1-b920-4fca17f18356" providerId="ADAL" clId="{AF786A56-986A-470C-A4FD-F930035689EF}" dt="2026-01-06T08:07:57.447" v="1283" actId="2696"/>
        <pc:sldMkLst>
          <pc:docMk/>
          <pc:sldMk cId="1501257253" sldId="307"/>
        </pc:sldMkLst>
      </pc:sldChg>
      <pc:sldChg chg="modSp del mod">
        <pc:chgData name="Torbjørn Skardhamar" userId="a33c437c-465e-42c1-b920-4fca17f18356" providerId="ADAL" clId="{AF786A56-986A-470C-A4FD-F930035689EF}" dt="2026-01-06T08:07:57.447" v="1283" actId="2696"/>
        <pc:sldMkLst>
          <pc:docMk/>
          <pc:sldMk cId="2570294808" sldId="308"/>
        </pc:sldMkLst>
      </pc:sldChg>
      <pc:sldChg chg="add">
        <pc:chgData name="Torbjørn Skardhamar" userId="a33c437c-465e-42c1-b920-4fca17f18356" providerId="ADAL" clId="{AF786A56-986A-470C-A4FD-F930035689EF}" dt="2026-01-06T08:08:02.089" v="1284"/>
        <pc:sldMkLst>
          <pc:docMk/>
          <pc:sldMk cId="2915930747" sldId="308"/>
        </pc:sldMkLst>
      </pc:sldChg>
      <pc:sldChg chg="modAnim">
        <pc:chgData name="Torbjørn Skardhamar" userId="a33c437c-465e-42c1-b920-4fca17f18356" providerId="ADAL" clId="{AF786A56-986A-470C-A4FD-F930035689EF}" dt="2026-01-06T07:26:45.362" v="59"/>
        <pc:sldMkLst>
          <pc:docMk/>
          <pc:sldMk cId="1719370903" sldId="310"/>
        </pc:sldMkLst>
      </pc:sldChg>
      <pc:sldChg chg="modSp mod">
        <pc:chgData name="Torbjørn Skardhamar" userId="a33c437c-465e-42c1-b920-4fca17f18356" providerId="ADAL" clId="{AF786A56-986A-470C-A4FD-F930035689EF}" dt="2026-01-06T08:07:00.783" v="1281" actId="313"/>
        <pc:sldMkLst>
          <pc:docMk/>
          <pc:sldMk cId="12881981" sldId="311"/>
        </pc:sldMkLst>
        <pc:spChg chg="mod">
          <ac:chgData name="Torbjørn Skardhamar" userId="a33c437c-465e-42c1-b920-4fca17f18356" providerId="ADAL" clId="{AF786A56-986A-470C-A4FD-F930035689EF}" dt="2026-01-06T08:07:00.783" v="1281" actId="313"/>
          <ac:spMkLst>
            <pc:docMk/>
            <pc:sldMk cId="12881981" sldId="311"/>
            <ac:spMk id="3" creationId="{F937731A-FAA4-4B8E-9EAD-820DCC8A39A9}"/>
          </ac:spMkLst>
        </pc:spChg>
      </pc:sldChg>
      <pc:sldChg chg="modSp new mod">
        <pc:chgData name="Torbjørn Skardhamar" userId="a33c437c-465e-42c1-b920-4fca17f18356" providerId="ADAL" clId="{AF786A56-986A-470C-A4FD-F930035689EF}" dt="2026-01-06T07:53:41.268" v="677"/>
        <pc:sldMkLst>
          <pc:docMk/>
          <pc:sldMk cId="2793239462" sldId="312"/>
        </pc:sldMkLst>
        <pc:spChg chg="mod">
          <ac:chgData name="Torbjørn Skardhamar" userId="a33c437c-465e-42c1-b920-4fca17f18356" providerId="ADAL" clId="{AF786A56-986A-470C-A4FD-F930035689EF}" dt="2026-01-06T07:34:52.746" v="109" actId="20577"/>
          <ac:spMkLst>
            <pc:docMk/>
            <pc:sldMk cId="2793239462" sldId="312"/>
            <ac:spMk id="2" creationId="{6EF1F4A7-F109-2065-B6B9-69C0526A899E}"/>
          </ac:spMkLst>
        </pc:spChg>
        <pc:spChg chg="mod">
          <ac:chgData name="Torbjørn Skardhamar" userId="a33c437c-465e-42c1-b920-4fca17f18356" providerId="ADAL" clId="{AF786A56-986A-470C-A4FD-F930035689EF}" dt="2026-01-06T07:53:41.268" v="677"/>
          <ac:spMkLst>
            <pc:docMk/>
            <pc:sldMk cId="2793239462" sldId="312"/>
            <ac:spMk id="3" creationId="{A60B2D4B-293B-D251-1A53-321C1DE469F8}"/>
          </ac:spMkLst>
        </pc:spChg>
      </pc:sldChg>
      <pc:sldChg chg="modSp new mod">
        <pc:chgData name="Torbjørn Skardhamar" userId="a33c437c-465e-42c1-b920-4fca17f18356" providerId="ADAL" clId="{AF786A56-986A-470C-A4FD-F930035689EF}" dt="2026-01-06T08:05:24.133" v="1220" actId="20577"/>
        <pc:sldMkLst>
          <pc:docMk/>
          <pc:sldMk cId="2450017889" sldId="313"/>
        </pc:sldMkLst>
        <pc:spChg chg="mod">
          <ac:chgData name="Torbjørn Skardhamar" userId="a33c437c-465e-42c1-b920-4fca17f18356" providerId="ADAL" clId="{AF786A56-986A-470C-A4FD-F930035689EF}" dt="2026-01-06T07:59:47.214" v="820" actId="313"/>
          <ac:spMkLst>
            <pc:docMk/>
            <pc:sldMk cId="2450017889" sldId="313"/>
            <ac:spMk id="2" creationId="{F075CA38-2642-AC78-FEF1-4875F9917539}"/>
          </ac:spMkLst>
        </pc:spChg>
        <pc:spChg chg="mod">
          <ac:chgData name="Torbjørn Skardhamar" userId="a33c437c-465e-42c1-b920-4fca17f18356" providerId="ADAL" clId="{AF786A56-986A-470C-A4FD-F930035689EF}" dt="2026-01-06T08:05:24.133" v="1220" actId="20577"/>
          <ac:spMkLst>
            <pc:docMk/>
            <pc:sldMk cId="2450017889" sldId="313"/>
            <ac:spMk id="3" creationId="{60B64BF8-DBE0-E8CB-34F2-F233F23BF75B}"/>
          </ac:spMkLst>
        </pc:spChg>
      </pc:sldChg>
      <pc:sldChg chg="addSp delSp modSp new mod modClrScheme chgLayout">
        <pc:chgData name="Torbjørn Skardhamar" userId="a33c437c-465e-42c1-b920-4fca17f18356" providerId="ADAL" clId="{AF786A56-986A-470C-A4FD-F930035689EF}" dt="2026-01-06T08:31:00.679" v="1895" actId="27636"/>
        <pc:sldMkLst>
          <pc:docMk/>
          <pc:sldMk cId="846071962" sldId="314"/>
        </pc:sldMkLst>
        <pc:spChg chg="add mod ord">
          <ac:chgData name="Torbjørn Skardhamar" userId="a33c437c-465e-42c1-b920-4fca17f18356" providerId="ADAL" clId="{AF786A56-986A-470C-A4FD-F930035689EF}" dt="2026-01-06T08:08:27.127" v="1310" actId="20577"/>
          <ac:spMkLst>
            <pc:docMk/>
            <pc:sldMk cId="846071962" sldId="314"/>
            <ac:spMk id="5" creationId="{58D010AE-A1CB-752E-516F-ECCA7622474E}"/>
          </ac:spMkLst>
        </pc:spChg>
        <pc:spChg chg="add mod ord">
          <ac:chgData name="Torbjørn Skardhamar" userId="a33c437c-465e-42c1-b920-4fca17f18356" providerId="ADAL" clId="{AF786A56-986A-470C-A4FD-F930035689EF}" dt="2026-01-06T08:31:00.679" v="1895" actId="27636"/>
          <ac:spMkLst>
            <pc:docMk/>
            <pc:sldMk cId="846071962" sldId="314"/>
            <ac:spMk id="6" creationId="{6AA3F680-AFDC-09C3-BCD2-4FBF22D71027}"/>
          </ac:spMkLst>
        </pc:spChg>
      </pc:sldChg>
      <pc:sldChg chg="new del">
        <pc:chgData name="Torbjørn Skardhamar" userId="a33c437c-465e-42c1-b920-4fca17f18356" providerId="ADAL" clId="{AF786A56-986A-470C-A4FD-F930035689EF}" dt="2026-01-06T11:49:03.428" v="1898" actId="47"/>
        <pc:sldMkLst>
          <pc:docMk/>
          <pc:sldMk cId="1574674825" sldId="316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EED37C-3052-4247-AEB9-BC8D30555063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7056DD-5A3A-4EBD-A3E4-C88ADE43F9F1}">
      <dgm:prSet/>
      <dgm:spPr/>
      <dgm:t>
        <a:bodyPr/>
        <a:lstStyle/>
        <a:p>
          <a:r>
            <a:rPr lang="nb-NO" dirty="0" err="1"/>
            <a:t>Predict</a:t>
          </a:r>
          <a:r>
            <a:rPr lang="nb-NO" dirty="0"/>
            <a:t> </a:t>
          </a:r>
          <a:r>
            <a:rPr lang="nb-NO" dirty="0" err="1"/>
            <a:t>on</a:t>
          </a:r>
          <a:r>
            <a:rPr lang="nb-NO" dirty="0"/>
            <a:t> hold-</a:t>
          </a:r>
          <a:r>
            <a:rPr lang="nb-NO" dirty="0" err="1"/>
            <a:t>out</a:t>
          </a:r>
          <a:r>
            <a:rPr lang="nb-NO" dirty="0"/>
            <a:t> sample</a:t>
          </a:r>
          <a:endParaRPr lang="en-US" dirty="0"/>
        </a:p>
      </dgm:t>
    </dgm:pt>
    <dgm:pt modelId="{23E7D269-4408-4039-9C9F-B5912696ADFC}" type="parTrans" cxnId="{DE5D5609-2352-4223-AA16-F928325F6435}">
      <dgm:prSet/>
      <dgm:spPr/>
      <dgm:t>
        <a:bodyPr/>
        <a:lstStyle/>
        <a:p>
          <a:endParaRPr lang="en-US"/>
        </a:p>
      </dgm:t>
    </dgm:pt>
    <dgm:pt modelId="{C5C75608-3710-4C2E-AFD5-3DCBE83EEF06}" type="sibTrans" cxnId="{DE5D5609-2352-4223-AA16-F928325F6435}">
      <dgm:prSet/>
      <dgm:spPr/>
      <dgm:t>
        <a:bodyPr/>
        <a:lstStyle/>
        <a:p>
          <a:endParaRPr lang="en-US"/>
        </a:p>
      </dgm:t>
    </dgm:pt>
    <dgm:pt modelId="{CB73A9D8-8EC4-47DC-BEE8-5C958AE04F80}">
      <dgm:prSet/>
      <dgm:spPr/>
      <dgm:t>
        <a:bodyPr/>
        <a:lstStyle/>
        <a:p>
          <a:r>
            <a:rPr lang="nb-NO" dirty="0" err="1"/>
            <a:t>Evaluate</a:t>
          </a:r>
          <a:r>
            <a:rPr lang="nb-NO" dirty="0"/>
            <a:t> </a:t>
          </a:r>
          <a:r>
            <a:rPr lang="nb-NO" dirty="0" err="1"/>
            <a:t>metrics</a:t>
          </a:r>
          <a:r>
            <a:rPr lang="nb-NO" dirty="0"/>
            <a:t> </a:t>
          </a:r>
          <a:endParaRPr lang="en-US" dirty="0"/>
        </a:p>
      </dgm:t>
    </dgm:pt>
    <dgm:pt modelId="{87C88E4C-3765-4DF1-8222-84F7C74F6DFF}" type="parTrans" cxnId="{335A5202-F72C-49FD-8C7B-0B7F74FD0960}">
      <dgm:prSet/>
      <dgm:spPr/>
      <dgm:t>
        <a:bodyPr/>
        <a:lstStyle/>
        <a:p>
          <a:endParaRPr lang="en-US"/>
        </a:p>
      </dgm:t>
    </dgm:pt>
    <dgm:pt modelId="{40F97C37-3691-4296-9D50-5B2D1730BE1F}" type="sibTrans" cxnId="{335A5202-F72C-49FD-8C7B-0B7F74FD0960}">
      <dgm:prSet/>
      <dgm:spPr/>
      <dgm:t>
        <a:bodyPr/>
        <a:lstStyle/>
        <a:p>
          <a:endParaRPr lang="en-US"/>
        </a:p>
      </dgm:t>
    </dgm:pt>
    <dgm:pt modelId="{457A0FA1-C4CE-407E-ACD1-815213B3F4D0}">
      <dgm:prSet/>
      <dgm:spPr/>
      <dgm:t>
        <a:bodyPr/>
        <a:lstStyle/>
        <a:p>
          <a:r>
            <a:rPr lang="nb-NO" dirty="0"/>
            <a:t>Parameter tuning</a:t>
          </a:r>
          <a:endParaRPr lang="en-US" dirty="0"/>
        </a:p>
      </dgm:t>
    </dgm:pt>
    <dgm:pt modelId="{D1123082-F404-4C2B-9787-C4CB9C4FFC8C}" type="parTrans" cxnId="{7CEEB0AF-DF22-4C9B-BFE4-13FE4011E73A}">
      <dgm:prSet/>
      <dgm:spPr/>
      <dgm:t>
        <a:bodyPr/>
        <a:lstStyle/>
        <a:p>
          <a:endParaRPr lang="en-US"/>
        </a:p>
      </dgm:t>
    </dgm:pt>
    <dgm:pt modelId="{92B8ABAA-B1A7-4B96-BCA9-5F093E82268B}" type="sibTrans" cxnId="{7CEEB0AF-DF22-4C9B-BFE4-13FE4011E73A}">
      <dgm:prSet/>
      <dgm:spPr/>
      <dgm:t>
        <a:bodyPr/>
        <a:lstStyle/>
        <a:p>
          <a:endParaRPr lang="en-US"/>
        </a:p>
      </dgm:t>
    </dgm:pt>
    <dgm:pt modelId="{E723CEEF-CA2F-4E10-BFEA-D24848BC606E}">
      <dgm:prSet/>
      <dgm:spPr/>
      <dgm:t>
        <a:bodyPr/>
        <a:lstStyle/>
        <a:p>
          <a:r>
            <a:rPr lang="nb-NO" dirty="0" err="1"/>
            <a:t>Fit</a:t>
          </a:r>
          <a:r>
            <a:rPr lang="nb-NO" dirty="0"/>
            <a:t> </a:t>
          </a:r>
          <a:r>
            <a:rPr lang="nb-NO" dirty="0" err="1"/>
            <a:t>model</a:t>
          </a:r>
          <a:r>
            <a:rPr lang="nb-NO" dirty="0"/>
            <a:t> </a:t>
          </a:r>
          <a:r>
            <a:rPr lang="nb-NO" dirty="0" err="1"/>
            <a:t>on</a:t>
          </a:r>
          <a:r>
            <a:rPr lang="nb-NO"/>
            <a:t> training-data</a:t>
          </a:r>
          <a:endParaRPr lang="en-US" dirty="0"/>
        </a:p>
      </dgm:t>
    </dgm:pt>
    <dgm:pt modelId="{E748938A-A5FD-4586-894F-E2FA328DDCCA}" type="parTrans" cxnId="{2424772D-8BA4-4A8A-B4A2-CC0F0BBC6B00}">
      <dgm:prSet/>
      <dgm:spPr/>
      <dgm:t>
        <a:bodyPr/>
        <a:lstStyle/>
        <a:p>
          <a:endParaRPr lang="nb-NO"/>
        </a:p>
      </dgm:t>
    </dgm:pt>
    <dgm:pt modelId="{5A8650CB-69DA-4774-97DF-06F244E79CE4}" type="sibTrans" cxnId="{2424772D-8BA4-4A8A-B4A2-CC0F0BBC6B00}">
      <dgm:prSet/>
      <dgm:spPr/>
      <dgm:t>
        <a:bodyPr/>
        <a:lstStyle/>
        <a:p>
          <a:endParaRPr lang="nb-NO"/>
        </a:p>
      </dgm:t>
    </dgm:pt>
    <dgm:pt modelId="{15D86514-C341-4A75-B64D-4780AE8099F2}" type="pres">
      <dgm:prSet presAssocID="{59EED37C-3052-4247-AEB9-BC8D30555063}" presName="cycle" presStyleCnt="0">
        <dgm:presLayoutVars>
          <dgm:dir/>
          <dgm:resizeHandles val="exact"/>
        </dgm:presLayoutVars>
      </dgm:prSet>
      <dgm:spPr/>
    </dgm:pt>
    <dgm:pt modelId="{747D93B1-2E97-4952-AFF1-34A3C7B6908A}" type="pres">
      <dgm:prSet presAssocID="{E723CEEF-CA2F-4E10-BFEA-D24848BC606E}" presName="node" presStyleLbl="node1" presStyleIdx="0" presStyleCnt="4">
        <dgm:presLayoutVars>
          <dgm:bulletEnabled val="1"/>
        </dgm:presLayoutVars>
      </dgm:prSet>
      <dgm:spPr/>
    </dgm:pt>
    <dgm:pt modelId="{462E1FEA-8893-4E87-8EE2-386D5FD7FD3E}" type="pres">
      <dgm:prSet presAssocID="{5A8650CB-69DA-4774-97DF-06F244E79CE4}" presName="sibTrans" presStyleLbl="sibTrans2D1" presStyleIdx="0" presStyleCnt="4"/>
      <dgm:spPr/>
    </dgm:pt>
    <dgm:pt modelId="{B446DFF4-C0B1-47CE-9445-5411BE8945AC}" type="pres">
      <dgm:prSet presAssocID="{5A8650CB-69DA-4774-97DF-06F244E79CE4}" presName="connectorText" presStyleLbl="sibTrans2D1" presStyleIdx="0" presStyleCnt="4"/>
      <dgm:spPr/>
    </dgm:pt>
    <dgm:pt modelId="{CDFA7D99-6427-414C-8700-3761C3AE04E2}" type="pres">
      <dgm:prSet presAssocID="{867056DD-5A3A-4EBD-A3E4-C88ADE43F9F1}" presName="node" presStyleLbl="node1" presStyleIdx="1" presStyleCnt="4">
        <dgm:presLayoutVars>
          <dgm:bulletEnabled val="1"/>
        </dgm:presLayoutVars>
      </dgm:prSet>
      <dgm:spPr/>
    </dgm:pt>
    <dgm:pt modelId="{4D334A61-FC9E-482C-B51A-70EEBE482701}" type="pres">
      <dgm:prSet presAssocID="{C5C75608-3710-4C2E-AFD5-3DCBE83EEF06}" presName="sibTrans" presStyleLbl="sibTrans2D1" presStyleIdx="1" presStyleCnt="4"/>
      <dgm:spPr/>
    </dgm:pt>
    <dgm:pt modelId="{69680C06-4E96-4D32-870F-57F1BCAC5BB4}" type="pres">
      <dgm:prSet presAssocID="{C5C75608-3710-4C2E-AFD5-3DCBE83EEF06}" presName="connectorText" presStyleLbl="sibTrans2D1" presStyleIdx="1" presStyleCnt="4"/>
      <dgm:spPr/>
    </dgm:pt>
    <dgm:pt modelId="{B11DEEBE-9D46-48E8-9503-DF219DF378A7}" type="pres">
      <dgm:prSet presAssocID="{CB73A9D8-8EC4-47DC-BEE8-5C958AE04F80}" presName="node" presStyleLbl="node1" presStyleIdx="2" presStyleCnt="4">
        <dgm:presLayoutVars>
          <dgm:bulletEnabled val="1"/>
        </dgm:presLayoutVars>
      </dgm:prSet>
      <dgm:spPr/>
    </dgm:pt>
    <dgm:pt modelId="{28E9802C-A4DA-4D0B-A8DB-497FF4471B08}" type="pres">
      <dgm:prSet presAssocID="{40F97C37-3691-4296-9D50-5B2D1730BE1F}" presName="sibTrans" presStyleLbl="sibTrans2D1" presStyleIdx="2" presStyleCnt="4"/>
      <dgm:spPr/>
    </dgm:pt>
    <dgm:pt modelId="{A59F2F9A-4022-4114-8A99-5EB7EB799F15}" type="pres">
      <dgm:prSet presAssocID="{40F97C37-3691-4296-9D50-5B2D1730BE1F}" presName="connectorText" presStyleLbl="sibTrans2D1" presStyleIdx="2" presStyleCnt="4"/>
      <dgm:spPr/>
    </dgm:pt>
    <dgm:pt modelId="{9E10A90B-DDFF-4F41-9E7F-038DB1E8D884}" type="pres">
      <dgm:prSet presAssocID="{457A0FA1-C4CE-407E-ACD1-815213B3F4D0}" presName="node" presStyleLbl="node1" presStyleIdx="3" presStyleCnt="4">
        <dgm:presLayoutVars>
          <dgm:bulletEnabled val="1"/>
        </dgm:presLayoutVars>
      </dgm:prSet>
      <dgm:spPr/>
    </dgm:pt>
    <dgm:pt modelId="{836E6F1C-C142-43ED-AD53-5404D043731E}" type="pres">
      <dgm:prSet presAssocID="{92B8ABAA-B1A7-4B96-BCA9-5F093E82268B}" presName="sibTrans" presStyleLbl="sibTrans2D1" presStyleIdx="3" presStyleCnt="4" custAng="439582" custScaleX="103396" custLinFactNeighborX="-14985" custLinFactNeighborY="-6417"/>
      <dgm:spPr/>
    </dgm:pt>
    <dgm:pt modelId="{AC56EDE8-2E3A-4830-BF64-90A7C720D4A9}" type="pres">
      <dgm:prSet presAssocID="{92B8ABAA-B1A7-4B96-BCA9-5F093E82268B}" presName="connectorText" presStyleLbl="sibTrans2D1" presStyleIdx="3" presStyleCnt="4"/>
      <dgm:spPr/>
    </dgm:pt>
  </dgm:ptLst>
  <dgm:cxnLst>
    <dgm:cxn modelId="{335A5202-F72C-49FD-8C7B-0B7F74FD0960}" srcId="{59EED37C-3052-4247-AEB9-BC8D30555063}" destId="{CB73A9D8-8EC4-47DC-BEE8-5C958AE04F80}" srcOrd="2" destOrd="0" parTransId="{87C88E4C-3765-4DF1-8222-84F7C74F6DFF}" sibTransId="{40F97C37-3691-4296-9D50-5B2D1730BE1F}"/>
    <dgm:cxn modelId="{D9725D08-A932-4ED2-9C09-52B760316CB3}" type="presOf" srcId="{40F97C37-3691-4296-9D50-5B2D1730BE1F}" destId="{A59F2F9A-4022-4114-8A99-5EB7EB799F15}" srcOrd="1" destOrd="0" presId="urn:microsoft.com/office/officeart/2005/8/layout/cycle2"/>
    <dgm:cxn modelId="{61678108-923C-42FD-BBCF-95DADF00CC84}" type="presOf" srcId="{92B8ABAA-B1A7-4B96-BCA9-5F093E82268B}" destId="{836E6F1C-C142-43ED-AD53-5404D043731E}" srcOrd="0" destOrd="0" presId="urn:microsoft.com/office/officeart/2005/8/layout/cycle2"/>
    <dgm:cxn modelId="{DE5D5609-2352-4223-AA16-F928325F6435}" srcId="{59EED37C-3052-4247-AEB9-BC8D30555063}" destId="{867056DD-5A3A-4EBD-A3E4-C88ADE43F9F1}" srcOrd="1" destOrd="0" parTransId="{23E7D269-4408-4039-9C9F-B5912696ADFC}" sibTransId="{C5C75608-3710-4C2E-AFD5-3DCBE83EEF06}"/>
    <dgm:cxn modelId="{7590AE2A-198B-4CAB-BFCF-748D364BF9DA}" type="presOf" srcId="{CB73A9D8-8EC4-47DC-BEE8-5C958AE04F80}" destId="{B11DEEBE-9D46-48E8-9503-DF219DF378A7}" srcOrd="0" destOrd="0" presId="urn:microsoft.com/office/officeart/2005/8/layout/cycle2"/>
    <dgm:cxn modelId="{2424772D-8BA4-4A8A-B4A2-CC0F0BBC6B00}" srcId="{59EED37C-3052-4247-AEB9-BC8D30555063}" destId="{E723CEEF-CA2F-4E10-BFEA-D24848BC606E}" srcOrd="0" destOrd="0" parTransId="{E748938A-A5FD-4586-894F-E2FA328DDCCA}" sibTransId="{5A8650CB-69DA-4774-97DF-06F244E79CE4}"/>
    <dgm:cxn modelId="{0FD3F230-E17C-4FB4-9B7F-5B51430BCF20}" type="presOf" srcId="{40F97C37-3691-4296-9D50-5B2D1730BE1F}" destId="{28E9802C-A4DA-4D0B-A8DB-497FF4471B08}" srcOrd="0" destOrd="0" presId="urn:microsoft.com/office/officeart/2005/8/layout/cycle2"/>
    <dgm:cxn modelId="{4BF5B93E-79FA-4043-B7BE-9E9ADDB25FDB}" type="presOf" srcId="{5A8650CB-69DA-4774-97DF-06F244E79CE4}" destId="{462E1FEA-8893-4E87-8EE2-386D5FD7FD3E}" srcOrd="0" destOrd="0" presId="urn:microsoft.com/office/officeart/2005/8/layout/cycle2"/>
    <dgm:cxn modelId="{EF4D4864-EEE9-493C-9357-4FFAF9C64B7B}" type="presOf" srcId="{457A0FA1-C4CE-407E-ACD1-815213B3F4D0}" destId="{9E10A90B-DDFF-4F41-9E7F-038DB1E8D884}" srcOrd="0" destOrd="0" presId="urn:microsoft.com/office/officeart/2005/8/layout/cycle2"/>
    <dgm:cxn modelId="{8E27EA57-9769-4B78-BB49-C1A516C4E688}" type="presOf" srcId="{867056DD-5A3A-4EBD-A3E4-C88ADE43F9F1}" destId="{CDFA7D99-6427-414C-8700-3761C3AE04E2}" srcOrd="0" destOrd="0" presId="urn:microsoft.com/office/officeart/2005/8/layout/cycle2"/>
    <dgm:cxn modelId="{9D883983-F411-4357-95EE-6CC4AFA8CF2B}" type="presOf" srcId="{C5C75608-3710-4C2E-AFD5-3DCBE83EEF06}" destId="{4D334A61-FC9E-482C-B51A-70EEBE482701}" srcOrd="0" destOrd="0" presId="urn:microsoft.com/office/officeart/2005/8/layout/cycle2"/>
    <dgm:cxn modelId="{EAF44E97-2CF6-4DBF-9A7B-1266EE1CC070}" type="presOf" srcId="{5A8650CB-69DA-4774-97DF-06F244E79CE4}" destId="{B446DFF4-C0B1-47CE-9445-5411BE8945AC}" srcOrd="1" destOrd="0" presId="urn:microsoft.com/office/officeart/2005/8/layout/cycle2"/>
    <dgm:cxn modelId="{7CEEB0AF-DF22-4C9B-BFE4-13FE4011E73A}" srcId="{59EED37C-3052-4247-AEB9-BC8D30555063}" destId="{457A0FA1-C4CE-407E-ACD1-815213B3F4D0}" srcOrd="3" destOrd="0" parTransId="{D1123082-F404-4C2B-9787-C4CB9C4FFC8C}" sibTransId="{92B8ABAA-B1A7-4B96-BCA9-5F093E82268B}"/>
    <dgm:cxn modelId="{878713C9-412F-4A2B-BF21-757A0E19FB51}" type="presOf" srcId="{E723CEEF-CA2F-4E10-BFEA-D24848BC606E}" destId="{747D93B1-2E97-4952-AFF1-34A3C7B6908A}" srcOrd="0" destOrd="0" presId="urn:microsoft.com/office/officeart/2005/8/layout/cycle2"/>
    <dgm:cxn modelId="{F37DC4D5-0984-42E4-B0CA-A3ACF07CDC78}" type="presOf" srcId="{59EED37C-3052-4247-AEB9-BC8D30555063}" destId="{15D86514-C341-4A75-B64D-4780AE8099F2}" srcOrd="0" destOrd="0" presId="urn:microsoft.com/office/officeart/2005/8/layout/cycle2"/>
    <dgm:cxn modelId="{5486AEFC-D835-4518-A9C5-4753A29C8845}" type="presOf" srcId="{C5C75608-3710-4C2E-AFD5-3DCBE83EEF06}" destId="{69680C06-4E96-4D32-870F-57F1BCAC5BB4}" srcOrd="1" destOrd="0" presId="urn:microsoft.com/office/officeart/2005/8/layout/cycle2"/>
    <dgm:cxn modelId="{F846B6FD-1504-418B-84E2-1F99F0FF41AF}" type="presOf" srcId="{92B8ABAA-B1A7-4B96-BCA9-5F093E82268B}" destId="{AC56EDE8-2E3A-4830-BF64-90A7C720D4A9}" srcOrd="1" destOrd="0" presId="urn:microsoft.com/office/officeart/2005/8/layout/cycle2"/>
    <dgm:cxn modelId="{EB345D86-F79E-4BA0-95BD-2061891A108B}" type="presParOf" srcId="{15D86514-C341-4A75-B64D-4780AE8099F2}" destId="{747D93B1-2E97-4952-AFF1-34A3C7B6908A}" srcOrd="0" destOrd="0" presId="urn:microsoft.com/office/officeart/2005/8/layout/cycle2"/>
    <dgm:cxn modelId="{56B74DB3-3916-4B03-B360-5FABE8956058}" type="presParOf" srcId="{15D86514-C341-4A75-B64D-4780AE8099F2}" destId="{462E1FEA-8893-4E87-8EE2-386D5FD7FD3E}" srcOrd="1" destOrd="0" presId="urn:microsoft.com/office/officeart/2005/8/layout/cycle2"/>
    <dgm:cxn modelId="{E43C95A1-8E09-4DAE-B0C5-B0657C5A1324}" type="presParOf" srcId="{462E1FEA-8893-4E87-8EE2-386D5FD7FD3E}" destId="{B446DFF4-C0B1-47CE-9445-5411BE8945AC}" srcOrd="0" destOrd="0" presId="urn:microsoft.com/office/officeart/2005/8/layout/cycle2"/>
    <dgm:cxn modelId="{2F3F2008-9CC9-47A2-AE41-004423AB9881}" type="presParOf" srcId="{15D86514-C341-4A75-B64D-4780AE8099F2}" destId="{CDFA7D99-6427-414C-8700-3761C3AE04E2}" srcOrd="2" destOrd="0" presId="urn:microsoft.com/office/officeart/2005/8/layout/cycle2"/>
    <dgm:cxn modelId="{1D46B954-C142-419A-AC99-326FAB282F23}" type="presParOf" srcId="{15D86514-C341-4A75-B64D-4780AE8099F2}" destId="{4D334A61-FC9E-482C-B51A-70EEBE482701}" srcOrd="3" destOrd="0" presId="urn:microsoft.com/office/officeart/2005/8/layout/cycle2"/>
    <dgm:cxn modelId="{278AC915-120A-498B-8C23-C0788FCF05F4}" type="presParOf" srcId="{4D334A61-FC9E-482C-B51A-70EEBE482701}" destId="{69680C06-4E96-4D32-870F-57F1BCAC5BB4}" srcOrd="0" destOrd="0" presId="urn:microsoft.com/office/officeart/2005/8/layout/cycle2"/>
    <dgm:cxn modelId="{2632C00B-D33B-422F-9435-11CF1300223A}" type="presParOf" srcId="{15D86514-C341-4A75-B64D-4780AE8099F2}" destId="{B11DEEBE-9D46-48E8-9503-DF219DF378A7}" srcOrd="4" destOrd="0" presId="urn:microsoft.com/office/officeart/2005/8/layout/cycle2"/>
    <dgm:cxn modelId="{7F41EBCE-0464-4E48-9506-8F5D7EFF78BA}" type="presParOf" srcId="{15D86514-C341-4A75-B64D-4780AE8099F2}" destId="{28E9802C-A4DA-4D0B-A8DB-497FF4471B08}" srcOrd="5" destOrd="0" presId="urn:microsoft.com/office/officeart/2005/8/layout/cycle2"/>
    <dgm:cxn modelId="{33B5E244-727F-4CAB-B5AF-7CB9ED927B09}" type="presParOf" srcId="{28E9802C-A4DA-4D0B-A8DB-497FF4471B08}" destId="{A59F2F9A-4022-4114-8A99-5EB7EB799F15}" srcOrd="0" destOrd="0" presId="urn:microsoft.com/office/officeart/2005/8/layout/cycle2"/>
    <dgm:cxn modelId="{92B705AA-CFCC-481B-A664-E5A6FAD4EB39}" type="presParOf" srcId="{15D86514-C341-4A75-B64D-4780AE8099F2}" destId="{9E10A90B-DDFF-4F41-9E7F-038DB1E8D884}" srcOrd="6" destOrd="0" presId="urn:microsoft.com/office/officeart/2005/8/layout/cycle2"/>
    <dgm:cxn modelId="{E1842B9D-BBE1-4BE4-A860-D3CE567AE324}" type="presParOf" srcId="{15D86514-C341-4A75-B64D-4780AE8099F2}" destId="{836E6F1C-C142-43ED-AD53-5404D043731E}" srcOrd="7" destOrd="0" presId="urn:microsoft.com/office/officeart/2005/8/layout/cycle2"/>
    <dgm:cxn modelId="{AE53193E-FD7E-4548-9E82-3B0C8E7C5F57}" type="presParOf" srcId="{836E6F1C-C142-43ED-AD53-5404D043731E}" destId="{AC56EDE8-2E3A-4830-BF64-90A7C720D4A9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7D93B1-2E97-4952-AFF1-34A3C7B6908A}">
      <dsp:nvSpPr>
        <dsp:cNvPr id="0" name=""/>
        <dsp:cNvSpPr/>
      </dsp:nvSpPr>
      <dsp:spPr>
        <a:xfrm>
          <a:off x="4648817" y="1539"/>
          <a:ext cx="1886832" cy="188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 err="1"/>
            <a:t>Fit</a:t>
          </a:r>
          <a:r>
            <a:rPr lang="nb-NO" sz="2200" kern="1200" dirty="0"/>
            <a:t> </a:t>
          </a:r>
          <a:r>
            <a:rPr lang="nb-NO" sz="2200" kern="1200" dirty="0" err="1"/>
            <a:t>model</a:t>
          </a:r>
          <a:r>
            <a:rPr lang="nb-NO" sz="2200" kern="1200" dirty="0"/>
            <a:t> </a:t>
          </a:r>
          <a:r>
            <a:rPr lang="nb-NO" sz="2200" kern="1200" dirty="0" err="1"/>
            <a:t>on</a:t>
          </a:r>
          <a:r>
            <a:rPr lang="nb-NO" sz="2200" kern="1200"/>
            <a:t> training-data</a:t>
          </a:r>
          <a:endParaRPr lang="en-US" sz="2200" kern="1200" dirty="0"/>
        </a:p>
      </dsp:txBody>
      <dsp:txXfrm>
        <a:off x="4925137" y="277859"/>
        <a:ext cx="1334192" cy="1334192"/>
      </dsp:txXfrm>
    </dsp:sp>
    <dsp:sp modelId="{462E1FEA-8893-4E87-8EE2-386D5FD7FD3E}">
      <dsp:nvSpPr>
        <dsp:cNvPr id="0" name=""/>
        <dsp:cNvSpPr/>
      </dsp:nvSpPr>
      <dsp:spPr>
        <a:xfrm rot="2700000">
          <a:off x="6332883" y="1617266"/>
          <a:ext cx="500127" cy="636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nb-NO" sz="1800" kern="1200"/>
        </a:p>
      </dsp:txBody>
      <dsp:txXfrm>
        <a:off x="6354856" y="1691581"/>
        <a:ext cx="350089" cy="382084"/>
      </dsp:txXfrm>
    </dsp:sp>
    <dsp:sp modelId="{CDFA7D99-6427-414C-8700-3761C3AE04E2}">
      <dsp:nvSpPr>
        <dsp:cNvPr id="0" name=""/>
        <dsp:cNvSpPr/>
      </dsp:nvSpPr>
      <dsp:spPr>
        <a:xfrm>
          <a:off x="6650261" y="2002983"/>
          <a:ext cx="1886832" cy="188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 err="1"/>
            <a:t>Predict</a:t>
          </a:r>
          <a:r>
            <a:rPr lang="nb-NO" sz="2200" kern="1200" dirty="0"/>
            <a:t> </a:t>
          </a:r>
          <a:r>
            <a:rPr lang="nb-NO" sz="2200" kern="1200" dirty="0" err="1"/>
            <a:t>on</a:t>
          </a:r>
          <a:r>
            <a:rPr lang="nb-NO" sz="2200" kern="1200" dirty="0"/>
            <a:t> hold-</a:t>
          </a:r>
          <a:r>
            <a:rPr lang="nb-NO" sz="2200" kern="1200" dirty="0" err="1"/>
            <a:t>out</a:t>
          </a:r>
          <a:r>
            <a:rPr lang="nb-NO" sz="2200" kern="1200" dirty="0"/>
            <a:t> sample</a:t>
          </a:r>
          <a:endParaRPr lang="en-US" sz="2200" kern="1200" dirty="0"/>
        </a:p>
      </dsp:txBody>
      <dsp:txXfrm>
        <a:off x="6926581" y="2279303"/>
        <a:ext cx="1334192" cy="1334192"/>
      </dsp:txXfrm>
    </dsp:sp>
    <dsp:sp modelId="{4D334A61-FC9E-482C-B51A-70EEBE482701}">
      <dsp:nvSpPr>
        <dsp:cNvPr id="0" name=""/>
        <dsp:cNvSpPr/>
      </dsp:nvSpPr>
      <dsp:spPr>
        <a:xfrm rot="8100000">
          <a:off x="6352901" y="3618710"/>
          <a:ext cx="500127" cy="636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6480966" y="3693025"/>
        <a:ext cx="350089" cy="382084"/>
      </dsp:txXfrm>
    </dsp:sp>
    <dsp:sp modelId="{B11DEEBE-9D46-48E8-9503-DF219DF378A7}">
      <dsp:nvSpPr>
        <dsp:cNvPr id="0" name=""/>
        <dsp:cNvSpPr/>
      </dsp:nvSpPr>
      <dsp:spPr>
        <a:xfrm>
          <a:off x="4648817" y="4004427"/>
          <a:ext cx="1886832" cy="188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 err="1"/>
            <a:t>Evaluate</a:t>
          </a:r>
          <a:r>
            <a:rPr lang="nb-NO" sz="2200" kern="1200" dirty="0"/>
            <a:t> </a:t>
          </a:r>
          <a:r>
            <a:rPr lang="nb-NO" sz="2200" kern="1200" dirty="0" err="1"/>
            <a:t>metrics</a:t>
          </a:r>
          <a:r>
            <a:rPr lang="nb-NO" sz="2200" kern="1200" dirty="0"/>
            <a:t> </a:t>
          </a:r>
          <a:endParaRPr lang="en-US" sz="2200" kern="1200" dirty="0"/>
        </a:p>
      </dsp:txBody>
      <dsp:txXfrm>
        <a:off x="4925137" y="4280747"/>
        <a:ext cx="1334192" cy="1334192"/>
      </dsp:txXfrm>
    </dsp:sp>
    <dsp:sp modelId="{28E9802C-A4DA-4D0B-A8DB-497FF4471B08}">
      <dsp:nvSpPr>
        <dsp:cNvPr id="0" name=""/>
        <dsp:cNvSpPr/>
      </dsp:nvSpPr>
      <dsp:spPr>
        <a:xfrm rot="13500000">
          <a:off x="4351457" y="3638727"/>
          <a:ext cx="500127" cy="636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 rot="10800000">
        <a:off x="4479522" y="3819134"/>
        <a:ext cx="350089" cy="382084"/>
      </dsp:txXfrm>
    </dsp:sp>
    <dsp:sp modelId="{9E10A90B-DDFF-4F41-9E7F-038DB1E8D884}">
      <dsp:nvSpPr>
        <dsp:cNvPr id="0" name=""/>
        <dsp:cNvSpPr/>
      </dsp:nvSpPr>
      <dsp:spPr>
        <a:xfrm>
          <a:off x="2647373" y="2002983"/>
          <a:ext cx="1886832" cy="188683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nb-NO" sz="2200" kern="1200" dirty="0"/>
            <a:t>Parameter tuning</a:t>
          </a:r>
          <a:endParaRPr lang="en-US" sz="2200" kern="1200" dirty="0"/>
        </a:p>
      </dsp:txBody>
      <dsp:txXfrm>
        <a:off x="2923693" y="2279303"/>
        <a:ext cx="1334192" cy="1334192"/>
      </dsp:txXfrm>
    </dsp:sp>
    <dsp:sp modelId="{836E6F1C-C142-43ED-AD53-5404D043731E}">
      <dsp:nvSpPr>
        <dsp:cNvPr id="0" name=""/>
        <dsp:cNvSpPr/>
      </dsp:nvSpPr>
      <dsp:spPr>
        <a:xfrm rot="19339582">
          <a:off x="4248003" y="1596419"/>
          <a:ext cx="517111" cy="63680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4264175" y="1771186"/>
        <a:ext cx="361978" cy="382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59D3B-AB26-4666-827E-BCD66DC94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CD39B2-5C14-4BAE-824B-1E2434F10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98546-C53E-4C19-ACA3-411B06317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4A1F3-5AA5-4CE0-A711-9908BDF8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5F857-CD8D-443D-AACE-10D295F2C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391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14238-6E0B-45E4-8E64-EDF113560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02D1B-C0A7-4A6A-B1F9-DFD98104F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0566A-8B4B-4A42-8FCF-DD9154FE5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0A0E1-27B0-420C-90E4-584286467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3C68C-7222-48B0-95A2-EE2110B1E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748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D8A71-86C4-4AD2-8971-DA25963D2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030D81-F3E2-4349-8EFC-40E61E1D5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9950B-D932-48E5-9162-0C91CEF9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13767-1D7E-4664-A487-EEDEC2546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85DA9-1C0E-48B8-9530-D7705320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36357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80D1-5FD9-43D8-87D6-605E10BE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6220-E338-4BFA-B497-A0C74FCF1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BA091-DCBA-4ECC-8921-9E14894267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6AC76-6024-4446-A199-A753DF091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59CC3-2384-4B29-826F-B80ECEFBC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C69F2-4CD1-404C-8232-AF2452B9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5245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4B2E5-B95E-43F0-A4C1-E394A4278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967E80-EC60-4DD0-9AEE-08BC395E9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E47D5-57C8-4CFE-B52F-83BD9B49E4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4D4858-38A5-4595-9A90-E07DFDD4E0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BD4474-0CA4-4A8D-ADF8-AC5155D57E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5DE7-351D-48F6-9098-C1588FC99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4C553-73FE-4E4E-BA5D-EB65D9470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34E9A2-D4CE-4B10-AADD-D711D5A0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1761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24E35-4BFD-4A6F-A8DC-7B30005DD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A7C640-7B6B-4F83-9E67-58D80D254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54897-AAD1-46AE-83C5-90CDA7CB2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EA446-A423-466A-9912-C88C208B4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2311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CA7141-26DB-4009-A25E-93A5291C5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E4C8BA-6A43-4DD6-9DD2-FE45E746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7B1C8-9486-48D3-9C49-C450AC303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01062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8ECEA-8CB2-41D5-8A7C-A6D1B8F5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B4F0B-D42B-4141-BAD5-B3C661A4F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8ADE52-0D7F-441A-AA8D-CDB5092AD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6AED-5667-404D-A13E-CA9C06A31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D5CA5-F21C-486B-9F74-7674BD02E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B9159-D8A0-42E6-9ACB-9B04B239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103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DEE74-E0CB-4B4F-AB01-ED882979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59CCEA-8DA1-4B92-8EA4-E94A59C354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42F60-4DE1-44EA-88FF-0AE4A72B89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831C8-B512-42DD-9366-7299AD59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7F292-EE92-4038-BA02-2CA20C1C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678B2-B81D-4B51-979E-681CBD8D1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16501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5E27A-981A-469D-B0A3-6B9F8D969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78C991-E511-4B68-B713-8CC02F5C09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03404-D2F7-4F08-88FF-86A42A8EB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9770-48A7-4ECE-8ACE-A100647C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186A4-A1E9-4E55-9EF6-E542DA9C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18351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0E9368-075C-4345-82E3-A5CD9B416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81CA2-4255-4BAE-9463-EA2634A99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FE596-9118-494A-9562-8C9108475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1F5C4-4EAA-4D80-92BB-FD9CE6E5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95B83-3C0A-4CBD-B853-4F4E14FD3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192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D36100-63AE-45FA-B998-E382AEF59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65617-41A8-494A-8901-7C1982DC6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2D8F2-F8B8-448B-909A-DABDEC4B3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2FC81-F2E0-40E7-A640-AD4747F7B3E3}" type="datetimeFigureOut">
              <a:rPr lang="nb-NO" smtClean="0"/>
              <a:t>26.01.2026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2371F-7FFE-440E-93B2-6CB1F43D3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20FD29-6BA0-4C9E-A5EE-6DEE4C617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0517A-F224-49A4-9580-9D6EB319560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6716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hyperlink" Target="https://www.lemonde.fr/les-decodeurs/article/2023/12/04/dans-la-vie-de-juliette-mere-isolee-precaire-et-cible-de-l-algorithme-des-caf_6203803_4355770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www.lighthousereports.com/methodology/how-we-investigated-frances-mass-profiling-machine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swlh/machine-learning-how-to-prevent-overfitting-fdf759cc00a9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9D822-D5EE-436A-83EA-94C6BB00CC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Introduksjon til anvendt maskinlæring (ML) for samfunnsvitere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0DAA40-D1AB-49B4-BC94-F011E08BA1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/>
              <a:t>SOS2901 </a:t>
            </a:r>
          </a:p>
          <a:p>
            <a:r>
              <a:rPr lang="nb-NO" dirty="0"/>
              <a:t>Torbjørn Skardhamar</a:t>
            </a:r>
          </a:p>
        </p:txBody>
      </p:sp>
    </p:spTree>
    <p:extLst>
      <p:ext uri="{BB962C8B-B14F-4D97-AF65-F5344CB8AC3E}">
        <p14:creationId xmlns:p14="http://schemas.microsoft.com/office/powerpoint/2010/main" val="4235687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83155-8B09-16B8-9147-FA12A04F3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7541"/>
          </a:xfrm>
        </p:spPr>
        <p:txBody>
          <a:bodyPr/>
          <a:lstStyle/>
          <a:p>
            <a:r>
              <a:rPr lang="nb-NO" dirty="0"/>
              <a:t>Case: Franske velferdssystemet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BDB4A-CE19-D300-7A8B-229C2A1C9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05910B75-D5FB-782E-78F7-BD141F273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928" y="1027906"/>
            <a:ext cx="5263318" cy="5775212"/>
          </a:xfrm>
          <a:prstGeom prst="rect">
            <a:avLst/>
          </a:prstGeom>
        </p:spPr>
      </p:pic>
      <p:pic>
        <p:nvPicPr>
          <p:cNvPr id="5" name="Picture 4">
            <a:hlinkClick r:id="rId4"/>
            <a:extLst>
              <a:ext uri="{FF2B5EF4-FFF2-40B4-BE49-F238E27FC236}">
                <a16:creationId xmlns:a16="http://schemas.microsoft.com/office/drawing/2014/main" id="{B0DC4097-396C-2FF6-0617-4C013A3CB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0547" y="1144718"/>
            <a:ext cx="8301437" cy="2000346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9560A-03A9-4136-BE24-29FBE71930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5497" y="3257804"/>
            <a:ext cx="4209317" cy="3545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7A15261-409C-8EDA-D48F-5907FD2954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271" y="4388464"/>
            <a:ext cx="11058469" cy="11712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19370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E032-FF5B-40D2-AAEB-A332901AF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handler dette kurset om?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17B54-E2BD-410F-896A-50F4395F7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Innføring i noen grunnleggende ML metoder </a:t>
            </a:r>
          </a:p>
          <a:p>
            <a:pPr lvl="1"/>
            <a:r>
              <a:rPr lang="nb-NO" dirty="0"/>
              <a:t>Valg, vurderinger og perspektiver</a:t>
            </a:r>
          </a:p>
          <a:p>
            <a:pPr lvl="1"/>
            <a:r>
              <a:rPr lang="nb-NO" dirty="0"/>
              <a:t>Konsekvenser for individer</a:t>
            </a:r>
          </a:p>
          <a:p>
            <a:r>
              <a:rPr lang="nb-NO" dirty="0"/>
              <a:t>Datadrevne beslutninger </a:t>
            </a:r>
          </a:p>
          <a:p>
            <a:r>
              <a:rPr lang="nb-NO" dirty="0"/>
              <a:t>Målrettede tiltak / forebygging </a:t>
            </a:r>
          </a:p>
          <a:p>
            <a:r>
              <a:rPr lang="nb-NO" dirty="0"/>
              <a:t>Automatisering vs. betydning av vurderinger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9738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74045-25A0-95A8-C4EF-E13731B4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Struktur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CA05-0DA0-E8B4-EBAC-9E421242F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Prediksjon og grunnleggende teknikker</a:t>
            </a:r>
          </a:p>
          <a:p>
            <a:r>
              <a:rPr lang="nb-NO" dirty="0"/>
              <a:t>Tuning av de ulike modellene og trade-</a:t>
            </a:r>
            <a:r>
              <a:rPr lang="nb-NO" dirty="0" err="1"/>
              <a:t>offs</a:t>
            </a:r>
            <a:endParaRPr lang="nb-NO" dirty="0"/>
          </a:p>
          <a:p>
            <a:r>
              <a:rPr lang="nb-NO" dirty="0"/>
              <a:t>Tolke modeller/ tolkbarhet</a:t>
            </a:r>
          </a:p>
          <a:p>
            <a:r>
              <a:rPr lang="nb-NO" dirty="0"/>
              <a:t>Rettferdige modeller/ bias</a:t>
            </a:r>
          </a:p>
        </p:txBody>
      </p:sp>
    </p:spTree>
    <p:extLst>
      <p:ext uri="{BB962C8B-B14F-4D97-AF65-F5344CB8AC3E}">
        <p14:creationId xmlns:p14="http://schemas.microsoft.com/office/powerpoint/2010/main" val="30505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D9448-8CFD-4516-933E-B99CFAF2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Forebygge uønskede utfall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535BE-8F28-4D5B-8DAE-C817B4041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b-NO" dirty="0"/>
              <a:t>Hva virker? (i en ny setting)</a:t>
            </a:r>
          </a:p>
          <a:p>
            <a:r>
              <a:rPr lang="nb-NO" dirty="0"/>
              <a:t>Hva er en rimelig/forholdsmessig intervensjon? </a:t>
            </a:r>
          </a:p>
          <a:p>
            <a:pPr lvl="1"/>
            <a:r>
              <a:rPr lang="nb-NO" dirty="0"/>
              <a:t>Konsekvenser og kostnader</a:t>
            </a:r>
          </a:p>
          <a:p>
            <a:r>
              <a:rPr lang="nb-NO" dirty="0"/>
              <a:t>Hvor </a:t>
            </a:r>
            <a:r>
              <a:rPr lang="nb-NO" u="sng" dirty="0"/>
              <a:t>presist</a:t>
            </a:r>
            <a:r>
              <a:rPr lang="nb-NO" dirty="0"/>
              <a:t> kan man gjøre intervensjonen? </a:t>
            </a:r>
          </a:p>
          <a:p>
            <a:r>
              <a:rPr lang="nb-NO" dirty="0"/>
              <a:t>Hva er kostnadene knyttet til feil? </a:t>
            </a:r>
          </a:p>
          <a:p>
            <a:pPr lvl="1"/>
            <a:r>
              <a:rPr lang="nb-NO" dirty="0"/>
              <a:t>Falske positive </a:t>
            </a:r>
            <a:r>
              <a:rPr lang="nb-NO" dirty="0" err="1"/>
              <a:t>vs</a:t>
            </a:r>
            <a:r>
              <a:rPr lang="nb-NO" dirty="0"/>
              <a:t> falske negative</a:t>
            </a:r>
          </a:p>
          <a:p>
            <a:pPr lvl="1"/>
            <a:r>
              <a:rPr lang="nb-NO" dirty="0" err="1"/>
              <a:t>Asymetriske</a:t>
            </a:r>
            <a:r>
              <a:rPr lang="nb-NO" dirty="0"/>
              <a:t> kostnader? </a:t>
            </a:r>
          </a:p>
          <a:p>
            <a:r>
              <a:rPr lang="nb-NO" dirty="0"/>
              <a:t>Er alle grupper behandlet likt/rettferdig? </a:t>
            </a:r>
          </a:p>
          <a:p>
            <a:pPr lvl="1"/>
            <a:r>
              <a:rPr lang="nb-NO" dirty="0"/>
              <a:t>Like presist? </a:t>
            </a:r>
          </a:p>
          <a:p>
            <a:pPr lvl="1"/>
            <a:r>
              <a:rPr lang="nb-NO" dirty="0"/>
              <a:t>Like feil? </a:t>
            </a:r>
          </a:p>
          <a:p>
            <a:pPr marL="457200" lvl="1" indent="0">
              <a:buNone/>
            </a:pPr>
            <a:r>
              <a:rPr lang="nb-NO" dirty="0">
                <a:sym typeface="Wingdings" panose="05000000000000000000" pitchFamily="2" charset="2"/>
              </a:rPr>
              <a:t> «Bias» and «fairness» </a:t>
            </a:r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907237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4875"/>
          </a:xfrm>
        </p:spPr>
        <p:txBody>
          <a:bodyPr/>
          <a:lstStyle/>
          <a:p>
            <a:r>
              <a:rPr lang="en-GB" dirty="0" err="1"/>
              <a:t>Intervensjon</a:t>
            </a:r>
            <a:r>
              <a:rPr lang="en-GB" dirty="0"/>
              <a:t> – mot </a:t>
            </a:r>
            <a:r>
              <a:rPr lang="en-GB" dirty="0" err="1"/>
              <a:t>hvem</a:t>
            </a:r>
            <a:r>
              <a:rPr lang="en-GB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37733"/>
            <a:ext cx="10515600" cy="483923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nb-NO" dirty="0"/>
              <a:t>Universelle tiltak</a:t>
            </a:r>
          </a:p>
          <a:p>
            <a:pPr lvl="1"/>
            <a:r>
              <a:rPr lang="nb-NO" dirty="0"/>
              <a:t>Generelle tiltak (f.eks. velferdsstaten)</a:t>
            </a:r>
          </a:p>
          <a:p>
            <a:pPr lvl="1"/>
            <a:r>
              <a:rPr lang="nb-NO" dirty="0"/>
              <a:t>Kostbare</a:t>
            </a:r>
          </a:p>
          <a:p>
            <a:pPr lvl="1"/>
            <a:r>
              <a:rPr lang="nb-NO" dirty="0"/>
              <a:t>Ineffektivt – men rettferdig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Målrettet mot grupper eller personer</a:t>
            </a:r>
          </a:p>
          <a:p>
            <a:pPr lvl="1"/>
            <a:r>
              <a:rPr lang="nb-NO" dirty="0"/>
              <a:t>Når et problem eller behov oppstår er hvem gitt</a:t>
            </a:r>
          </a:p>
          <a:p>
            <a:pPr lvl="1"/>
            <a:r>
              <a:rPr lang="nb-NO" dirty="0"/>
              <a:t>Er da litt sent ute?</a:t>
            </a:r>
          </a:p>
          <a:p>
            <a:pPr marL="514350" indent="-514350">
              <a:buFont typeface="+mj-lt"/>
              <a:buAutoNum type="arabicPeriod"/>
            </a:pPr>
            <a:r>
              <a:rPr lang="nb-NO" dirty="0"/>
              <a:t>Forebygging / tidlig intervensjon</a:t>
            </a:r>
          </a:p>
          <a:p>
            <a:pPr lvl="1"/>
            <a:r>
              <a:rPr lang="nb-NO" i="1" dirty="0"/>
              <a:t>Før</a:t>
            </a:r>
            <a:r>
              <a:rPr lang="nb-NO" dirty="0"/>
              <a:t> et problem oppstår</a:t>
            </a:r>
          </a:p>
          <a:p>
            <a:pPr lvl="1"/>
            <a:r>
              <a:rPr lang="nb-NO" dirty="0"/>
              <a:t>Hvem tiltak skal rettes mot er ikke gitt</a:t>
            </a:r>
          </a:p>
          <a:p>
            <a:pPr marL="457200" lvl="1" indent="0">
              <a:buNone/>
            </a:pPr>
            <a:r>
              <a:rPr lang="nb-NO" dirty="0">
                <a:sym typeface="Wingdings" panose="05000000000000000000" pitchFamily="2" charset="2"/>
              </a:rPr>
              <a:t> Prediksjon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584478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/>
              <a:t>Supervised</a:t>
            </a:r>
            <a:r>
              <a:rPr lang="nb-NO" dirty="0"/>
              <a:t> </a:t>
            </a:r>
            <a:r>
              <a:rPr lang="nb-NO" dirty="0" err="1"/>
              <a:t>learning</a:t>
            </a:r>
            <a:r>
              <a:rPr lang="nb-NO" dirty="0"/>
              <a:t> / </a:t>
            </a:r>
            <a:r>
              <a:rPr lang="nb-NO" dirty="0" err="1"/>
              <a:t>statistical</a:t>
            </a:r>
            <a:r>
              <a:rPr lang="nb-NO" dirty="0"/>
              <a:t> </a:t>
            </a:r>
            <a:r>
              <a:rPr lang="nb-NO" dirty="0" err="1"/>
              <a:t>learning</a:t>
            </a:r>
            <a:r>
              <a:rPr lang="nb-NO" dirty="0"/>
              <a:t>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2725" y="1825625"/>
                <a:ext cx="10515600" cy="4351338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nb-NO" dirty="0"/>
                  <a:t>Fellesbetegnelse for en rekke teknikker der algoritmer </a:t>
                </a:r>
                <a:r>
                  <a:rPr lang="nb-NO" i="1" dirty="0"/>
                  <a:t>lages</a:t>
                </a:r>
                <a:r>
                  <a:rPr lang="nb-NO" dirty="0"/>
                  <a:t> basert på data</a:t>
                </a:r>
              </a:p>
              <a:p>
                <a:pPr lvl="1"/>
                <a:endParaRPr lang="nb-NO" dirty="0"/>
              </a:p>
              <a:p>
                <a:r>
                  <a:rPr lang="nb-NO" dirty="0"/>
                  <a:t>"</a:t>
                </a:r>
                <a:r>
                  <a:rPr lang="nb-NO" dirty="0" err="1"/>
                  <a:t>Supervised</a:t>
                </a:r>
                <a:r>
                  <a:rPr lang="nb-NO" dirty="0"/>
                  <a:t> </a:t>
                </a:r>
                <a:r>
                  <a:rPr lang="nb-NO" dirty="0" err="1"/>
                  <a:t>learning</a:t>
                </a:r>
                <a:r>
                  <a:rPr lang="nb-NO" dirty="0"/>
                  <a:t>" = Prediksjon og klassifikasjon</a:t>
                </a:r>
              </a:p>
              <a:p>
                <a:r>
                  <a:rPr lang="nb-NO" dirty="0"/>
                  <a:t>Ordinær regresjon: </a:t>
                </a:r>
                <a:br>
                  <a:rPr lang="nb-NO" dirty="0"/>
                </a:br>
                <a:br>
                  <a:rPr lang="nb-NO" dirty="0"/>
                </a:b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, der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ε</m:t>
                    </m:r>
                  </m:oMath>
                </a14:m>
                <a:endParaRPr lang="en-GB" dirty="0"/>
              </a:p>
              <a:p>
                <a:pPr lvl="1"/>
                <a:r>
                  <a:rPr lang="nb-NO" dirty="0"/>
                  <a:t>Fordeler: robust og tolkbar </a:t>
                </a:r>
              </a:p>
              <a:p>
                <a:pPr lvl="1"/>
                <a:r>
                  <a:rPr lang="nb-NO" dirty="0"/>
                  <a:t>Ulempe: bedre for å tolk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nb-NO" dirty="0"/>
                  <a:t> enn å minimere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b-NO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nb-NO" dirty="0"/>
              </a:p>
              <a:p>
                <a:endParaRPr lang="nb-NO" dirty="0"/>
              </a:p>
              <a:p>
                <a:r>
                  <a:rPr lang="nb-NO" dirty="0"/>
                  <a:t>Grovt forenklet: Datadrevne metoder for å finne beste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som</a:t>
                </a:r>
                <a:r>
                  <a:rPr lang="en-GB" dirty="0"/>
                  <a:t> </a:t>
                </a:r>
                <a:r>
                  <a:rPr lang="en-GB" dirty="0" err="1"/>
                  <a:t>minimerer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nb-NO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en-GB" dirty="0"/>
                  <a:t> </a:t>
                </a:r>
              </a:p>
              <a:p>
                <a:r>
                  <a:rPr lang="nb-NO" dirty="0"/>
                  <a:t>Formål: bruke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på</a:t>
                </a:r>
                <a:r>
                  <a:rPr lang="en-GB" dirty="0"/>
                  <a:t> </a:t>
                </a:r>
                <a:r>
                  <a:rPr lang="en-GB" b="1" i="1" dirty="0" err="1"/>
                  <a:t>nye</a:t>
                </a:r>
                <a:r>
                  <a:rPr lang="en-GB" dirty="0"/>
                  <a:t> </a:t>
                </a:r>
                <a:r>
                  <a:rPr lang="en-GB" dirty="0" err="1"/>
                  <a:t>observasjoner</a:t>
                </a:r>
                <a:r>
                  <a:rPr lang="en-GB" dirty="0"/>
                  <a:t> der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GB" dirty="0"/>
                  <a:t> </a:t>
                </a:r>
                <a:r>
                  <a:rPr lang="en-GB" dirty="0" err="1"/>
                  <a:t>ikke</a:t>
                </a:r>
                <a:r>
                  <a:rPr lang="en-GB" dirty="0"/>
                  <a:t> </a:t>
                </a:r>
                <a:r>
                  <a:rPr lang="en-GB" dirty="0" err="1"/>
                  <a:t>er</a:t>
                </a:r>
                <a:r>
                  <a:rPr lang="en-GB" dirty="0"/>
                  <a:t> </a:t>
                </a:r>
                <a:r>
                  <a:rPr lang="en-GB" dirty="0" err="1"/>
                  <a:t>kjent</a:t>
                </a:r>
                <a:r>
                  <a:rPr lang="en-GB" dirty="0"/>
                  <a:t> (</a:t>
                </a:r>
                <a:r>
                  <a:rPr lang="en-GB" dirty="0" err="1"/>
                  <a:t>fremtiden</a:t>
                </a:r>
                <a:r>
                  <a:rPr lang="en-GB" dirty="0"/>
                  <a:t>)</a:t>
                </a:r>
              </a:p>
              <a:p>
                <a:r>
                  <a:rPr lang="nb-NO" dirty="0"/>
                  <a:t>Ulempe: ikke alltid (lett) tolkbar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, </a:t>
                </a:r>
                <a:r>
                  <a:rPr lang="en-GB" dirty="0" err="1"/>
                  <a:t>dvs</a:t>
                </a:r>
                <a:r>
                  <a:rPr lang="en-GB" dirty="0"/>
                  <a:t>, “black box”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2725" y="1825625"/>
                <a:ext cx="10515600" cy="4351338"/>
              </a:xfrm>
              <a:blipFill>
                <a:blip r:embed="rId2"/>
                <a:stretch>
                  <a:fillRect l="-812" t="-3221" b="-112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10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1F4A7-F109-2065-B6B9-69C0526A8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Et par praktiske problemer med regresjon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B2D4B-293B-D251-1A53-321C1DE469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Tolkning av modell og standardfeil </a:t>
                </a:r>
              </a:p>
              <a:p>
                <a:pPr lvl="1"/>
                <a:r>
                  <a:rPr lang="nb-NO" dirty="0"/>
                  <a:t>Antar «riktig» modell, inkl. funksjonsform for </a:t>
                </a:r>
                <a:r>
                  <a:rPr lang="nb-NO" dirty="0" err="1"/>
                  <a:t>X</a:t>
                </a:r>
                <a:r>
                  <a:rPr lang="nb-NO" dirty="0"/>
                  <a:t>  </a:t>
                </a:r>
              </a:p>
              <a:p>
                <a:pPr lvl="1"/>
                <a:r>
                  <a:rPr lang="nb-NO" dirty="0"/>
                  <a:t>Minimere «loss </a:t>
                </a:r>
                <a:r>
                  <a:rPr lang="nb-NO" dirty="0" err="1"/>
                  <a:t>function</a:t>
                </a:r>
                <a:r>
                  <a:rPr lang="nb-NO" dirty="0"/>
                  <a:t>», typisk: 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nb-NO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d>
                          <m:dPr>
                            <m:ctrlPr>
                              <a:rPr lang="nb-NO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endParaRPr lang="nb-NO" dirty="0"/>
              </a:p>
              <a:p>
                <a:pPr lvl="2"/>
                <a:r>
                  <a:rPr lang="nb-NO" dirty="0"/>
                  <a:t>F.eks. OLS minimerer kvadratsum av </a:t>
                </a:r>
                <a:r>
                  <a:rPr lang="nb-NO" dirty="0" err="1"/>
                  <a:t>residualene</a:t>
                </a:r>
                <a:r>
                  <a:rPr lang="nb-NO" dirty="0"/>
                  <a:t>, </a:t>
                </a:r>
                <a:r>
                  <a:rPr lang="nb-NO" dirty="0" err="1"/>
                  <a:t>dvs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b-NO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nb-NO" i="1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nb-NO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nb-NO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nb-NO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nb-NO" dirty="0"/>
                  <a:t> </a:t>
                </a:r>
              </a:p>
              <a:p>
                <a:pPr lvl="2"/>
                <a:r>
                  <a:rPr lang="nb-NO" dirty="0"/>
                  <a:t>Kan bety justering av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nb-NO" dirty="0"/>
              </a:p>
              <a:p>
                <a:pPr lvl="1"/>
                <a:r>
                  <a:rPr lang="nb-NO" dirty="0"/>
                  <a:t>Frihetsgrader etter modellseleksjon?</a:t>
                </a:r>
              </a:p>
              <a:p>
                <a:r>
                  <a:rPr lang="nb-NO" dirty="0"/>
                  <a:t>Basisfunksjon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b-NO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nb-NO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l-GR" dirty="0"/>
                      <m:t>ε</m:t>
                    </m:r>
                  </m:oMath>
                </a14:m>
                <a:r>
                  <a:rPr lang="nb-NO" dirty="0"/>
                  <a:t> kan utvides</a:t>
                </a:r>
              </a:p>
              <a:p>
                <a:pPr lvl="1"/>
                <a:r>
                  <a:rPr lang="nb-NO" dirty="0"/>
                  <a:t>Ulike typer modeller (GLM, </a:t>
                </a:r>
                <a:r>
                  <a:rPr lang="nb-NO" dirty="0" err="1"/>
                  <a:t>smoothers</a:t>
                </a:r>
                <a:r>
                  <a:rPr lang="nb-NO" dirty="0"/>
                  <a:t>, </a:t>
                </a:r>
                <a:r>
                  <a:rPr lang="nb-NO" dirty="0" err="1"/>
                  <a:t>splines</a:t>
                </a:r>
                <a:r>
                  <a:rPr lang="nb-NO" dirty="0"/>
                  <a:t>, </a:t>
                </a:r>
                <a:r>
                  <a:rPr lang="nb-NO" dirty="0" err="1"/>
                  <a:t>ridge</a:t>
                </a:r>
                <a:r>
                  <a:rPr lang="nb-NO" dirty="0"/>
                  <a:t> </a:t>
                </a:r>
                <a:r>
                  <a:rPr lang="nb-NO" dirty="0" err="1"/>
                  <a:t>regression</a:t>
                </a:r>
                <a:r>
                  <a:rPr lang="nb-NO" dirty="0"/>
                  <a:t>, LASSO…) </a:t>
                </a:r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B2D4B-293B-D251-1A53-321C1DE469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239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CA38-2642-AC78-FEF1-4875F9917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«Generalisering»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64BF8-DBE0-E8CB-34F2-F233F23BF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Finne en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nb-NO" dirty="0"/>
                  <a:t> som predikerer godt «</a:t>
                </a:r>
                <a:r>
                  <a:rPr lang="nb-NO" dirty="0" err="1"/>
                  <a:t>out</a:t>
                </a:r>
                <a:r>
                  <a:rPr lang="nb-NO" dirty="0"/>
                  <a:t> of sample» </a:t>
                </a:r>
              </a:p>
              <a:p>
                <a:pPr lvl="1"/>
                <a:r>
                  <a:rPr lang="nb-NO" dirty="0"/>
                  <a:t>Vi er i </a:t>
                </a:r>
                <a:r>
                  <a:rPr lang="nb-NO" u="sng" dirty="0"/>
                  <a:t>liten grad</a:t>
                </a:r>
                <a:r>
                  <a:rPr lang="nb-NO" dirty="0"/>
                  <a:t> opptatt av resultater for dataene vi </a:t>
                </a:r>
                <a:r>
                  <a:rPr lang="nb-NO" u="sng" dirty="0"/>
                  <a:t>trener</a:t>
                </a:r>
                <a:r>
                  <a:rPr lang="nb-NO" dirty="0"/>
                  <a:t>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nb-NO" dirty="0"/>
                  <a:t> på</a:t>
                </a:r>
              </a:p>
              <a:p>
                <a:pPr lvl="1"/>
                <a:r>
                  <a:rPr lang="nb-NO" dirty="0"/>
                  <a:t>Hvordan fungerer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nb-NO" dirty="0"/>
                  <a:t> på helt </a:t>
                </a:r>
                <a:r>
                  <a:rPr lang="nb-NO" u="sng" dirty="0"/>
                  <a:t>nye data</a:t>
                </a:r>
                <a:r>
                  <a:rPr lang="nb-NO" dirty="0"/>
                  <a:t>? </a:t>
                </a:r>
              </a:p>
              <a:p>
                <a:r>
                  <a:rPr lang="nb-NO" dirty="0"/>
                  <a:t>Generell løsning: splitter i «training» og «testing» datasett </a:t>
                </a:r>
              </a:p>
              <a:p>
                <a:pPr lvl="1"/>
                <a:r>
                  <a:rPr lang="nb-NO" dirty="0"/>
                  <a:t>Finner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nb-NO" dirty="0"/>
                  <a:t> på training data (</a:t>
                </a:r>
                <a:r>
                  <a:rPr lang="nb-NO" dirty="0" err="1"/>
                  <a:t>ca</a:t>
                </a:r>
                <a:r>
                  <a:rPr lang="nb-NO" dirty="0"/>
                  <a:t> 70%)</a:t>
                </a:r>
              </a:p>
              <a:p>
                <a:pPr lvl="1"/>
                <a:r>
                  <a:rPr lang="nb-NO" dirty="0"/>
                  <a:t>Sjekker </a:t>
                </a:r>
                <a14:m>
                  <m:oMath xmlns:m="http://schemas.openxmlformats.org/officeDocument/2006/math">
                    <m:r>
                      <a:rPr lang="nb-NO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b-NO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b-NO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nb-NO" dirty="0"/>
                  <a:t> mot testing data (</a:t>
                </a:r>
                <a:r>
                  <a:rPr lang="nb-NO" dirty="0" err="1"/>
                  <a:t>ca</a:t>
                </a:r>
                <a:r>
                  <a:rPr lang="nb-NO" dirty="0"/>
                  <a:t> 30%)</a:t>
                </a:r>
              </a:p>
              <a:p>
                <a:pPr lvl="1"/>
                <a:r>
                  <a:rPr lang="nb-NO" dirty="0"/>
                  <a:t>Evt. også «</a:t>
                </a:r>
                <a:r>
                  <a:rPr lang="nb-NO" dirty="0" err="1"/>
                  <a:t>evaluation</a:t>
                </a:r>
                <a:r>
                  <a:rPr lang="nb-NO" dirty="0"/>
                  <a:t>» datasett </a:t>
                </a:r>
              </a:p>
              <a:p>
                <a:r>
                  <a:rPr lang="nb-NO" dirty="0"/>
                  <a:t>Generelt:</a:t>
                </a:r>
              </a:p>
              <a:p>
                <a:pPr lvl="1"/>
                <a:r>
                  <a:rPr lang="nb-NO" i="1" dirty="0"/>
                  <a:t>Model </a:t>
                </a:r>
                <a:r>
                  <a:rPr lang="nb-NO" i="1" dirty="0" err="1"/>
                  <a:t>fit</a:t>
                </a:r>
                <a:r>
                  <a:rPr lang="nb-NO" dirty="0"/>
                  <a:t> (f.eks.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b-NO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nb-NO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nb-NO" dirty="0"/>
                  <a:t> og RMSE) og prediksjoner er «bedre» for training enn testing data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B64BF8-DBE0-E8CB-34F2-F233F23BF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01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7D648-B2D7-4647-90DE-13BDB713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Hvor god modell: </a:t>
            </a:r>
            <a:r>
              <a:rPr lang="nb-NO" dirty="0" err="1"/>
              <a:t>Overfitting</a:t>
            </a:r>
            <a:endParaRPr lang="nb-NO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8BABD8-5C2C-47D5-B6FC-5F8634AFD5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nb-NO" dirty="0"/>
                  <a:t>Presisjon på </a:t>
                </a:r>
                <a:r>
                  <a:rPr lang="nb-NO" i="1" dirty="0"/>
                  <a:t>observerte</a:t>
                </a:r>
                <a:r>
                  <a:rPr lang="nb-NO" dirty="0"/>
                  <a:t> data </a:t>
                </a:r>
                <a14:m>
                  <m:oMath xmlns:m="http://schemas.openxmlformats.org/officeDocument/2006/math">
                    <m:r>
                      <a:rPr lang="nb-NO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nb-NO" dirty="0"/>
                  <a:t> presisjon på </a:t>
                </a:r>
                <a:r>
                  <a:rPr lang="nb-NO" i="1" dirty="0"/>
                  <a:t>nye</a:t>
                </a:r>
                <a:r>
                  <a:rPr lang="nb-NO" dirty="0"/>
                  <a:t> data</a:t>
                </a:r>
              </a:p>
              <a:p>
                <a:pPr lvl="1"/>
                <a:r>
                  <a:rPr lang="nb-NO" dirty="0"/>
                  <a:t>Kan ikke vurdere modellen på de dataene man estimerte på </a:t>
                </a:r>
              </a:p>
              <a:p>
                <a:pPr lvl="1"/>
                <a:r>
                  <a:rPr lang="nb-NO" dirty="0"/>
                  <a:t>Vurdering må gjøres mot nye data</a:t>
                </a:r>
              </a:p>
              <a:p>
                <a:pPr lvl="1"/>
                <a:endParaRPr lang="nb-NO" dirty="0"/>
              </a:p>
              <a:p>
                <a:endParaRPr lang="nb-NO" dirty="0"/>
              </a:p>
              <a:p>
                <a:endParaRPr lang="nb-NO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B8BABD8-5C2C-47D5-B6FC-5F8634AFD5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>
            <a:hlinkClick r:id="rId3"/>
            <a:extLst>
              <a:ext uri="{FF2B5EF4-FFF2-40B4-BE49-F238E27FC236}">
                <a16:creationId xmlns:a16="http://schemas.microsoft.com/office/drawing/2014/main" id="{6AF81902-8B79-4816-84DE-C998DC19F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665" y="3217699"/>
            <a:ext cx="8920018" cy="310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075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11E5B-C581-4DB8-98C7-FA732D383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b-NO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C8B9870-8119-46B3-A7A5-3DC1719A088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14" y="2194560"/>
            <a:ext cx="11154572" cy="3690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rrow: Curved Down 7">
            <a:extLst>
              <a:ext uri="{FF2B5EF4-FFF2-40B4-BE49-F238E27FC236}">
                <a16:creationId xmlns:a16="http://schemas.microsoft.com/office/drawing/2014/main" id="{23D23372-A98C-4CF9-AFC7-009F2520340A}"/>
              </a:ext>
            </a:extLst>
          </p:cNvPr>
          <p:cNvSpPr/>
          <p:nvPr/>
        </p:nvSpPr>
        <p:spPr>
          <a:xfrm flipH="1">
            <a:off x="3867663" y="1576864"/>
            <a:ext cx="6956853" cy="731520"/>
          </a:xfrm>
          <a:prstGeom prst="curved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77649-C0B0-454D-A3B1-8E4D42E3F77E}"/>
              </a:ext>
            </a:extLst>
          </p:cNvPr>
          <p:cNvSpPr txBox="1"/>
          <p:nvPr/>
        </p:nvSpPr>
        <p:spPr>
          <a:xfrm>
            <a:off x="6456406" y="1219359"/>
            <a:ext cx="2046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Vurdering </a:t>
            </a:r>
            <a:r>
              <a:rPr lang="nb-NO" dirty="0">
                <a:sym typeface="Wingdings" panose="05000000000000000000" pitchFamily="2" charset="2"/>
              </a:rPr>
              <a:t> tuning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4276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30616"/>
          </a:xfrm>
        </p:spPr>
        <p:txBody>
          <a:bodyPr/>
          <a:lstStyle/>
          <a:p>
            <a:r>
              <a:rPr lang="en-GB" dirty="0" err="1"/>
              <a:t>Observerte</a:t>
            </a:r>
            <a:r>
              <a:rPr lang="en-GB" dirty="0"/>
              <a:t> vs </a:t>
            </a:r>
            <a:r>
              <a:rPr lang="en-GB" dirty="0" err="1"/>
              <a:t>predikerte</a:t>
            </a:r>
            <a:r>
              <a:rPr lang="en-GB" dirty="0"/>
              <a:t> </a:t>
            </a:r>
            <a:r>
              <a:rPr lang="en-GB" dirty="0" err="1"/>
              <a:t>utfall</a:t>
            </a:r>
            <a:endParaRPr lang="en-GB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74549455"/>
              </p:ext>
            </p:extLst>
          </p:nvPr>
        </p:nvGraphicFramePr>
        <p:xfrm>
          <a:off x="839788" y="2019652"/>
          <a:ext cx="4126232" cy="175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8">
                  <a:extLst>
                    <a:ext uri="{9D8B030D-6E8A-4147-A177-3AD203B41FA5}">
                      <a16:colId xmlns:a16="http://schemas.microsoft.com/office/drawing/2014/main" val="2173141440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3937585737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865056998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110841162"/>
                    </a:ext>
                  </a:extLst>
                </a:gridCol>
              </a:tblGrid>
              <a:tr h="438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 err="1"/>
                        <a:t>Forventet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utfall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73988"/>
                  </a:ext>
                </a:extLst>
              </a:tr>
              <a:tr h="438581">
                <a:tc rowSpan="3"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Observert</a:t>
                      </a:r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utfall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8715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8739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81161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69024" y="2019653"/>
            <a:ext cx="5183188" cy="4170010"/>
          </a:xfrm>
        </p:spPr>
        <p:txBody>
          <a:bodyPr>
            <a:normAutofit/>
          </a:bodyPr>
          <a:lstStyle/>
          <a:p>
            <a:r>
              <a:rPr lang="en-GB" dirty="0"/>
              <a:t>Accuracy: (TN+TP)/total </a:t>
            </a:r>
          </a:p>
          <a:p>
            <a:r>
              <a:rPr lang="en-GB" dirty="0"/>
              <a:t>Sensitivity: TP/(FN+TP) </a:t>
            </a:r>
            <a:br>
              <a:rPr lang="en-GB" dirty="0"/>
            </a:br>
            <a:r>
              <a:rPr lang="en-GB" dirty="0"/>
              <a:t>“True positive rate”</a:t>
            </a:r>
          </a:p>
          <a:p>
            <a:r>
              <a:rPr lang="en-GB" dirty="0"/>
              <a:t>Specificity: TN/(TN+FP)</a:t>
            </a:r>
            <a:br>
              <a:rPr lang="en-GB" dirty="0"/>
            </a:br>
            <a:r>
              <a:rPr lang="en-GB" dirty="0"/>
              <a:t>“True negative rate”</a:t>
            </a:r>
          </a:p>
          <a:p>
            <a:r>
              <a:rPr lang="en-GB" dirty="0"/>
              <a:t>Precision: TP / (TP + FP)</a:t>
            </a:r>
            <a:br>
              <a:rPr lang="en-GB" dirty="0"/>
            </a:br>
            <a:r>
              <a:rPr lang="en-GB" dirty="0"/>
              <a:t>“positive predictive value”</a:t>
            </a:r>
          </a:p>
          <a:p>
            <a:r>
              <a:rPr lang="en-GB" dirty="0"/>
              <a:t>…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flere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A09E02-A601-4D23-9474-D1EFAE894F25}"/>
              </a:ext>
            </a:extLst>
          </p:cNvPr>
          <p:cNvSpPr txBox="1"/>
          <p:nvPr/>
        </p:nvSpPr>
        <p:spPr>
          <a:xfrm>
            <a:off x="705966" y="4104658"/>
            <a:ext cx="5117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000" dirty="0"/>
              <a:t>T = TRUE, F = FALSE</a:t>
            </a:r>
          </a:p>
          <a:p>
            <a:r>
              <a:rPr lang="nb-NO" sz="2000" dirty="0"/>
              <a:t>N = negativ</a:t>
            </a:r>
          </a:p>
          <a:p>
            <a:r>
              <a:rPr lang="nb-NO" sz="2000" dirty="0"/>
              <a:t>P = positiv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17416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30616"/>
          </a:xfrm>
        </p:spPr>
        <p:txBody>
          <a:bodyPr/>
          <a:lstStyle/>
          <a:p>
            <a:r>
              <a:rPr lang="en-GB" dirty="0" err="1"/>
              <a:t>Asymetriske</a:t>
            </a:r>
            <a:r>
              <a:rPr lang="en-GB" dirty="0"/>
              <a:t> </a:t>
            </a:r>
            <a:r>
              <a:rPr lang="en-GB" dirty="0" err="1"/>
              <a:t>kostnader</a:t>
            </a:r>
            <a:endParaRPr lang="en-GB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64965166"/>
              </p:ext>
            </p:extLst>
          </p:nvPr>
        </p:nvGraphicFramePr>
        <p:xfrm>
          <a:off x="839788" y="2019652"/>
          <a:ext cx="4126232" cy="175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8">
                  <a:extLst>
                    <a:ext uri="{9D8B030D-6E8A-4147-A177-3AD203B41FA5}">
                      <a16:colId xmlns:a16="http://schemas.microsoft.com/office/drawing/2014/main" val="2173141440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3937585737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865056998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110841162"/>
                    </a:ext>
                  </a:extLst>
                </a:gridCol>
              </a:tblGrid>
              <a:tr h="438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 err="1"/>
                        <a:t>Forventet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utfall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73988"/>
                  </a:ext>
                </a:extLst>
              </a:tr>
              <a:tr h="438581">
                <a:tc rowSpan="3"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Observert</a:t>
                      </a:r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utfall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8715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8739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81161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5586153" y="2019653"/>
            <a:ext cx="6284421" cy="4170010"/>
          </a:xfrm>
        </p:spPr>
        <p:txBody>
          <a:bodyPr>
            <a:normAutofit/>
          </a:bodyPr>
          <a:lstStyle/>
          <a:p>
            <a:r>
              <a:rPr lang="en-GB" dirty="0" err="1"/>
              <a:t>Hvor</a:t>
            </a:r>
            <a:r>
              <a:rPr lang="en-GB" dirty="0"/>
              <a:t> mange FP </a:t>
            </a:r>
            <a:r>
              <a:rPr lang="en-GB" dirty="0" err="1"/>
              <a:t>vil</a:t>
            </a:r>
            <a:r>
              <a:rPr lang="en-GB" dirty="0"/>
              <a:t> du </a:t>
            </a:r>
            <a:r>
              <a:rPr lang="en-GB" dirty="0" err="1"/>
              <a:t>akseptere</a:t>
            </a:r>
            <a:r>
              <a:rPr lang="en-GB" dirty="0"/>
              <a:t> per FN?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GB" dirty="0" err="1">
                <a:sym typeface="Wingdings" panose="05000000000000000000" pitchFamily="2" charset="2"/>
              </a:rPr>
              <a:t>Asymetriske</a:t>
            </a:r>
            <a:r>
              <a:rPr lang="en-GB" dirty="0">
                <a:sym typeface="Wingdings" panose="05000000000000000000" pitchFamily="2" charset="2"/>
              </a:rPr>
              <a:t> </a:t>
            </a:r>
            <a:r>
              <a:rPr lang="en-GB" dirty="0" err="1">
                <a:sym typeface="Wingdings" panose="05000000000000000000" pitchFamily="2" charset="2"/>
              </a:rPr>
              <a:t>kostnader</a:t>
            </a:r>
            <a:r>
              <a:rPr lang="en-GB" dirty="0">
                <a:sym typeface="Wingdings" panose="05000000000000000000" pitchFamily="2" charset="2"/>
              </a:rPr>
              <a:t>?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GB" dirty="0"/>
              <a:t>“Cost ratio” er </a:t>
            </a:r>
            <a:r>
              <a:rPr lang="en-GB" dirty="0" err="1"/>
              <a:t>forholdstallet</a:t>
            </a:r>
            <a:r>
              <a:rPr lang="en-GB" dirty="0"/>
              <a:t> FP/FN </a:t>
            </a:r>
            <a:r>
              <a:rPr lang="en-GB" dirty="0" err="1"/>
              <a:t>eller</a:t>
            </a:r>
            <a:r>
              <a:rPr lang="en-GB" dirty="0"/>
              <a:t> </a:t>
            </a:r>
            <a:r>
              <a:rPr lang="en-GB" dirty="0" err="1"/>
              <a:t>evt</a:t>
            </a:r>
            <a:r>
              <a:rPr lang="en-GB" dirty="0"/>
              <a:t>. FN/FP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2A9347C-93D7-4AFD-B546-98A344CA433F}"/>
              </a:ext>
            </a:extLst>
          </p:cNvPr>
          <p:cNvSpPr/>
          <p:nvPr/>
        </p:nvSpPr>
        <p:spPr>
          <a:xfrm>
            <a:off x="3935627" y="2894473"/>
            <a:ext cx="982362" cy="438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0B1B778-A896-4418-83E5-5F90E5EBDC85}"/>
              </a:ext>
            </a:extLst>
          </p:cNvPr>
          <p:cNvSpPr/>
          <p:nvPr/>
        </p:nvSpPr>
        <p:spPr>
          <a:xfrm>
            <a:off x="2913865" y="3335311"/>
            <a:ext cx="982362" cy="43866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B766C-8348-4FC2-8C32-B4E86F53C2A8}"/>
              </a:ext>
            </a:extLst>
          </p:cNvPr>
          <p:cNvSpPr txBox="1"/>
          <p:nvPr/>
        </p:nvSpPr>
        <p:spPr>
          <a:xfrm>
            <a:off x="705966" y="4104658"/>
            <a:ext cx="511704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2000" dirty="0"/>
              <a:t>T = TRUE, F = FALSE</a:t>
            </a:r>
          </a:p>
          <a:p>
            <a:r>
              <a:rPr lang="nb-NO" sz="2000" dirty="0"/>
              <a:t>N = negativ</a:t>
            </a:r>
          </a:p>
          <a:p>
            <a:r>
              <a:rPr lang="nb-NO" sz="2000" dirty="0"/>
              <a:t>P = positiv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48781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3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30616"/>
          </a:xfrm>
        </p:spPr>
        <p:txBody>
          <a:bodyPr/>
          <a:lstStyle/>
          <a:p>
            <a:r>
              <a:rPr lang="en-GB" dirty="0" err="1"/>
              <a:t>Hva</a:t>
            </a:r>
            <a:r>
              <a:rPr lang="en-GB" dirty="0"/>
              <a:t> er </a:t>
            </a:r>
            <a:r>
              <a:rPr lang="en-GB" dirty="0" err="1"/>
              <a:t>urettferdighet</a:t>
            </a:r>
            <a:r>
              <a:rPr lang="en-GB" dirty="0"/>
              <a:t>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839788" y="1195741"/>
            <a:ext cx="5157787" cy="823912"/>
          </a:xfrm>
        </p:spPr>
        <p:txBody>
          <a:bodyPr/>
          <a:lstStyle/>
          <a:p>
            <a:r>
              <a:rPr lang="en-GB" dirty="0"/>
              <a:t>Group 1</a:t>
            </a: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86328677"/>
              </p:ext>
            </p:extLst>
          </p:nvPr>
        </p:nvGraphicFramePr>
        <p:xfrm>
          <a:off x="839788" y="2019652"/>
          <a:ext cx="4126232" cy="175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8">
                  <a:extLst>
                    <a:ext uri="{9D8B030D-6E8A-4147-A177-3AD203B41FA5}">
                      <a16:colId xmlns:a16="http://schemas.microsoft.com/office/drawing/2014/main" val="2173141440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3937585737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865056998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110841162"/>
                    </a:ext>
                  </a:extLst>
                </a:gridCol>
              </a:tblGrid>
              <a:tr h="438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 err="1"/>
                        <a:t>Forventet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utfall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73988"/>
                  </a:ext>
                </a:extLst>
              </a:tr>
              <a:tr h="438581">
                <a:tc rowSpan="3"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Observert</a:t>
                      </a:r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utfall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8715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8739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81161"/>
                  </a:ext>
                </a:extLst>
              </a:tr>
            </a:tbl>
          </a:graphicData>
        </a:graphic>
      </p:graphicFrame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6169024" y="2019653"/>
            <a:ext cx="5183188" cy="4170010"/>
          </a:xfrm>
        </p:spPr>
        <p:txBody>
          <a:bodyPr>
            <a:normAutofit/>
          </a:bodyPr>
          <a:lstStyle/>
          <a:p>
            <a:r>
              <a:rPr lang="en-GB" dirty="0"/>
              <a:t>Accuracy </a:t>
            </a:r>
            <a:r>
              <a:rPr lang="en-GB" sz="2400" dirty="0"/>
              <a:t>e.g. 80% vs 70%</a:t>
            </a:r>
          </a:p>
          <a:p>
            <a:r>
              <a:rPr lang="en-GB" dirty="0"/>
              <a:t>Cost ratio</a:t>
            </a:r>
            <a:r>
              <a:rPr lang="en-GB" sz="2400" dirty="0"/>
              <a:t> e.g. 10 vs 4</a:t>
            </a:r>
          </a:p>
          <a:p>
            <a:r>
              <a:rPr lang="en-GB" dirty="0"/>
              <a:t>…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21A14A7-76C3-443C-9E32-354B7C97A93A}"/>
              </a:ext>
            </a:extLst>
          </p:cNvPr>
          <p:cNvSpPr txBox="1">
            <a:spLocks/>
          </p:cNvSpPr>
          <p:nvPr/>
        </p:nvSpPr>
        <p:spPr>
          <a:xfrm>
            <a:off x="839788" y="3611428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Group 2</a:t>
            </a:r>
          </a:p>
        </p:txBody>
      </p:sp>
      <p:graphicFrame>
        <p:nvGraphicFramePr>
          <p:cNvPr id="11" name="Content Placeholder 7">
            <a:extLst>
              <a:ext uri="{FF2B5EF4-FFF2-40B4-BE49-F238E27FC236}">
                <a16:creationId xmlns:a16="http://schemas.microsoft.com/office/drawing/2014/main" id="{E351FFA3-F7B5-4868-9FA1-56712C2A69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4463671"/>
              </p:ext>
            </p:extLst>
          </p:nvPr>
        </p:nvGraphicFramePr>
        <p:xfrm>
          <a:off x="839788" y="4435339"/>
          <a:ext cx="4126232" cy="175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558">
                  <a:extLst>
                    <a:ext uri="{9D8B030D-6E8A-4147-A177-3AD203B41FA5}">
                      <a16:colId xmlns:a16="http://schemas.microsoft.com/office/drawing/2014/main" val="2173141440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3937585737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865056998"/>
                    </a:ext>
                  </a:extLst>
                </a:gridCol>
                <a:gridCol w="1031558">
                  <a:extLst>
                    <a:ext uri="{9D8B030D-6E8A-4147-A177-3AD203B41FA5}">
                      <a16:colId xmlns:a16="http://schemas.microsoft.com/office/drawing/2014/main" val="110841162"/>
                    </a:ext>
                  </a:extLst>
                </a:gridCol>
              </a:tblGrid>
              <a:tr h="438581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GB" dirty="0" err="1"/>
                        <a:t>Forventet</a:t>
                      </a:r>
                      <a:r>
                        <a:rPr lang="en-GB" dirty="0"/>
                        <a:t> </a:t>
                      </a:r>
                      <a:r>
                        <a:rPr lang="en-GB" dirty="0" err="1"/>
                        <a:t>utfall</a:t>
                      </a: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573988"/>
                  </a:ext>
                </a:extLst>
              </a:tr>
              <a:tr h="438581">
                <a:tc rowSpan="3">
                  <a:txBody>
                    <a:bodyPr/>
                    <a:lstStyle/>
                    <a:p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Observert</a:t>
                      </a:r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GB" sz="2000" b="1" dirty="0" err="1">
                          <a:solidFill>
                            <a:schemeClr val="bg1"/>
                          </a:solidFill>
                        </a:rPr>
                        <a:t>utfall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vert="vert27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18715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Nei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7287391"/>
                  </a:ext>
                </a:extLst>
              </a:tr>
              <a:tr h="43858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 err="1"/>
                        <a:t>Ja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FN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TP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81161"/>
                  </a:ext>
                </a:extLst>
              </a:tr>
            </a:tbl>
          </a:graphicData>
        </a:graphic>
      </p:graphicFrame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E1040E0-A398-46EB-A6E8-D280F4077846}"/>
              </a:ext>
            </a:extLst>
          </p:cNvPr>
          <p:cNvSpPr txBox="1">
            <a:spLocks/>
          </p:cNvSpPr>
          <p:nvPr/>
        </p:nvSpPr>
        <p:spPr>
          <a:xfrm>
            <a:off x="6283325" y="1199777"/>
            <a:ext cx="515778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Hvor</a:t>
            </a:r>
            <a:r>
              <a:rPr lang="en-GB" dirty="0"/>
              <a:t> </a:t>
            </a:r>
            <a:r>
              <a:rPr lang="en-GB" dirty="0" err="1"/>
              <a:t>likt</a:t>
            </a:r>
            <a:r>
              <a:rPr lang="en-GB" dirty="0"/>
              <a:t> </a:t>
            </a:r>
            <a:r>
              <a:rPr lang="en-GB" dirty="0" err="1"/>
              <a:t>og</a:t>
            </a:r>
            <a:r>
              <a:rPr lang="en-GB" dirty="0"/>
              <a:t> </a:t>
            </a:r>
            <a:r>
              <a:rPr lang="en-GB" dirty="0" err="1"/>
              <a:t>langs</a:t>
            </a:r>
            <a:r>
              <a:rPr lang="en-GB" dirty="0"/>
              <a:t> </a:t>
            </a:r>
            <a:r>
              <a:rPr lang="en-GB" dirty="0" err="1"/>
              <a:t>hvilket</a:t>
            </a:r>
            <a:r>
              <a:rPr lang="en-GB" dirty="0"/>
              <a:t> </a:t>
            </a:r>
            <a:r>
              <a:rPr lang="en-GB" dirty="0" err="1"/>
              <a:t>statistisk</a:t>
            </a:r>
            <a:r>
              <a:rPr lang="en-GB" dirty="0"/>
              <a:t> </a:t>
            </a:r>
            <a:r>
              <a:rPr lang="en-GB" dirty="0" err="1"/>
              <a:t>mål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39209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C75D845-9533-45C8-96E7-07D189F34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er tuning og hvorfor?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1DDBFCE-9497-4BF6-B018-D5D39A5DD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/>
              <a:t>Algoritmer tilpasses data på ulike måter</a:t>
            </a:r>
          </a:p>
          <a:p>
            <a:pPr lvl="1"/>
            <a:r>
              <a:rPr lang="nb-NO" dirty="0"/>
              <a:t>Påvirker resultatet </a:t>
            </a:r>
          </a:p>
          <a:p>
            <a:pPr lvl="1"/>
            <a:r>
              <a:rPr lang="nb-NO" dirty="0"/>
              <a:t>Man kan «tune» modellen i retning av ønsket resultat </a:t>
            </a:r>
          </a:p>
          <a:p>
            <a:pPr lvl="2"/>
            <a:r>
              <a:rPr lang="nb-NO" dirty="0"/>
              <a:t>For OLS: </a:t>
            </a:r>
            <a:r>
              <a:rPr lang="nb-NO" dirty="0" err="1"/>
              <a:t>splines</a:t>
            </a:r>
            <a:r>
              <a:rPr lang="nb-NO" dirty="0"/>
              <a:t>, modellseleksjon, LASSO etc.</a:t>
            </a:r>
          </a:p>
          <a:p>
            <a:endParaRPr lang="nb-NO" dirty="0"/>
          </a:p>
          <a:p>
            <a:r>
              <a:rPr lang="nb-NO" dirty="0"/>
              <a:t>Vi må gjøre noen valg i forkant:</a:t>
            </a:r>
          </a:p>
          <a:p>
            <a:pPr lvl="1"/>
            <a:r>
              <a:rPr lang="nb-NO" dirty="0"/>
              <a:t>Akseptabel </a:t>
            </a:r>
            <a:r>
              <a:rPr lang="nb-NO" dirty="0" err="1"/>
              <a:t>accuracy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Akseptable feilrater</a:t>
            </a:r>
          </a:p>
          <a:p>
            <a:pPr lvl="1"/>
            <a:r>
              <a:rPr lang="nb-NO" dirty="0" err="1"/>
              <a:t>Asymetriske</a:t>
            </a:r>
            <a:r>
              <a:rPr lang="nb-NO" dirty="0"/>
              <a:t> feilrater</a:t>
            </a:r>
          </a:p>
          <a:p>
            <a:pPr lvl="1"/>
            <a:r>
              <a:rPr lang="nb-NO" dirty="0"/>
              <a:t>Akseptable mål på «fairness»</a:t>
            </a:r>
          </a:p>
          <a:p>
            <a:r>
              <a:rPr lang="nb-NO" dirty="0"/>
              <a:t>Disse valgene bestemmer </a:t>
            </a:r>
            <a:r>
              <a:rPr lang="nb-NO" i="1" dirty="0"/>
              <a:t>hvordan</a:t>
            </a:r>
            <a:r>
              <a:rPr lang="nb-NO" dirty="0"/>
              <a:t> modellen estimeres </a:t>
            </a:r>
          </a:p>
          <a:p>
            <a:r>
              <a:rPr lang="nb-NO" dirty="0"/>
              <a:t>Vanskelig å vurdere uten å vite intervensjonen – og effektene av dette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15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Content Placeholder 5">
            <a:extLst>
              <a:ext uri="{FF2B5EF4-FFF2-40B4-BE49-F238E27FC236}">
                <a16:creationId xmlns:a16="http://schemas.microsoft.com/office/drawing/2014/main" id="{358B3DB4-A611-C9B3-1FB3-E859CB2827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77634" y="697654"/>
          <a:ext cx="11184468" cy="589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E8B18225-2B0E-432B-9AAC-CDC6D46CE6A8}"/>
              </a:ext>
            </a:extLst>
          </p:cNvPr>
          <p:cNvSpPr/>
          <p:nvPr/>
        </p:nvSpPr>
        <p:spPr>
          <a:xfrm>
            <a:off x="325120" y="1121569"/>
            <a:ext cx="2106507" cy="955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nb-NO" dirty="0"/>
              <a:t>Type of </a:t>
            </a:r>
            <a:r>
              <a:rPr lang="nb-NO" dirty="0" err="1"/>
              <a:t>intervention</a:t>
            </a:r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5F1C73A-117A-4C79-82FA-A166EA553131}"/>
              </a:ext>
            </a:extLst>
          </p:cNvPr>
          <p:cNvSpPr/>
          <p:nvPr/>
        </p:nvSpPr>
        <p:spPr>
          <a:xfrm>
            <a:off x="2512906" y="1368214"/>
            <a:ext cx="894081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EEA0DA-DF65-4930-A9EC-1E37E949B3E4}"/>
              </a:ext>
            </a:extLst>
          </p:cNvPr>
          <p:cNvSpPr/>
          <p:nvPr/>
        </p:nvSpPr>
        <p:spPr>
          <a:xfrm>
            <a:off x="3501816" y="1121569"/>
            <a:ext cx="3197014" cy="955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nb-NO" dirty="0" err="1"/>
              <a:t>Deciding</a:t>
            </a:r>
            <a:r>
              <a:rPr lang="nb-NO" dirty="0"/>
              <a:t> </a:t>
            </a:r>
            <a:r>
              <a:rPr lang="nb-NO" dirty="0" err="1"/>
              <a:t>on</a:t>
            </a:r>
            <a:r>
              <a:rPr lang="nb-NO" dirty="0"/>
              <a:t> </a:t>
            </a:r>
            <a:r>
              <a:rPr lang="nb-NO" dirty="0" err="1"/>
              <a:t>important</a:t>
            </a:r>
            <a:r>
              <a:rPr lang="nb-NO" dirty="0"/>
              <a:t> </a:t>
            </a:r>
            <a:r>
              <a:rPr lang="nb-NO" dirty="0" err="1"/>
              <a:t>metrics</a:t>
            </a:r>
            <a:r>
              <a:rPr lang="nb-NO" dirty="0"/>
              <a:t> (</a:t>
            </a:r>
            <a:r>
              <a:rPr lang="nb-NO" dirty="0" err="1"/>
              <a:t>accuracy</a:t>
            </a:r>
            <a:r>
              <a:rPr lang="nb-NO" dirty="0"/>
              <a:t>, </a:t>
            </a:r>
            <a:r>
              <a:rPr lang="nb-NO" dirty="0" err="1"/>
              <a:t>cost</a:t>
            </a:r>
            <a:r>
              <a:rPr lang="nb-NO" dirty="0"/>
              <a:t>-ratio, fairness)</a:t>
            </a:r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8C76618-E325-41B0-8755-37A8BEAB19D1}"/>
              </a:ext>
            </a:extLst>
          </p:cNvPr>
          <p:cNvSpPr/>
          <p:nvPr/>
        </p:nvSpPr>
        <p:spPr>
          <a:xfrm>
            <a:off x="6784335" y="1368214"/>
            <a:ext cx="894081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74524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87C4C-C385-4385-B9D2-AAA1D1A36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Hva slags vurderinger forventes dere å gjøre?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7731A-FAA4-4B8E-9EAD-820DCC8A3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Vi forventer </a:t>
            </a:r>
            <a:r>
              <a:rPr lang="nb-NO" i="1" dirty="0"/>
              <a:t>ikke</a:t>
            </a:r>
            <a:r>
              <a:rPr lang="nb-NO" dirty="0"/>
              <a:t>:</a:t>
            </a:r>
          </a:p>
          <a:p>
            <a:pPr lvl="1"/>
            <a:r>
              <a:rPr lang="nb-NO" dirty="0"/>
              <a:t>Faglige og teoretiske begrunnelser </a:t>
            </a:r>
          </a:p>
          <a:p>
            <a:pPr lvl="1"/>
            <a:r>
              <a:rPr lang="nb-NO" dirty="0"/>
              <a:t>Politisk «ønskelige» vurderinger </a:t>
            </a:r>
          </a:p>
          <a:p>
            <a:r>
              <a:rPr lang="nb-NO" dirty="0"/>
              <a:t>Derimot: </a:t>
            </a:r>
          </a:p>
          <a:p>
            <a:pPr lvl="1"/>
            <a:r>
              <a:rPr lang="nb-NO" dirty="0"/>
              <a:t>Ta stilling til konsekvenser, gjerne faglig, men gjerne også subjektivt</a:t>
            </a:r>
          </a:p>
          <a:p>
            <a:pPr lvl="1"/>
            <a:r>
              <a:rPr lang="nb-NO" dirty="0"/>
              <a:t>Begrunn stillingtaken </a:t>
            </a:r>
          </a:p>
          <a:p>
            <a:pPr lvl="1"/>
            <a:r>
              <a:rPr lang="nb-NO" dirty="0"/>
              <a:t>Vurdering </a:t>
            </a:r>
            <a:r>
              <a:rPr lang="nb-NO" u="sng" dirty="0"/>
              <a:t>skal</a:t>
            </a:r>
            <a:r>
              <a:rPr lang="nb-NO" dirty="0"/>
              <a:t> ha konsekvenser for algoritmen! (Selv ved dårlig begrunnelse)</a:t>
            </a:r>
          </a:p>
        </p:txBody>
      </p:sp>
    </p:spTree>
    <p:extLst>
      <p:ext uri="{BB962C8B-B14F-4D97-AF65-F5344CB8AC3E}">
        <p14:creationId xmlns:p14="http://schemas.microsoft.com/office/powerpoint/2010/main" val="12881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B982-CA9F-40F6-84CE-099F80D5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Prediksjonen kan ikke være bedre enn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580C8-AF18-442C-9170-8F4CB9545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dirty="0"/>
              <a:t>Er det skjevheter i data ved innsamling? </a:t>
            </a:r>
          </a:p>
          <a:p>
            <a:r>
              <a:rPr lang="nb-NO" dirty="0"/>
              <a:t>Inneholder dataene pålitelige mål?</a:t>
            </a:r>
          </a:p>
          <a:p>
            <a:r>
              <a:rPr lang="nb-NO" dirty="0"/>
              <a:t>Er dataene rutinemessig tilgjengelige? </a:t>
            </a:r>
          </a:p>
          <a:p>
            <a:endParaRPr lang="nb-NO" dirty="0"/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556537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7AE9B-84CA-428F-9539-83F109AA7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Litt om pensum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6E760-2A4A-468D-9355-ABBDADC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b-NO" dirty="0"/>
              <a:t>Hovedbok (</a:t>
            </a:r>
            <a:r>
              <a:rPr lang="nb-NO" dirty="0" err="1"/>
              <a:t>Berk</a:t>
            </a:r>
            <a:r>
              <a:rPr lang="nb-NO" dirty="0"/>
              <a:t> 2016) </a:t>
            </a:r>
          </a:p>
          <a:p>
            <a:pPr lvl="1"/>
            <a:r>
              <a:rPr lang="nb-NO" dirty="0"/>
              <a:t>Mer teknisk og detaljer enn vi skal bruke </a:t>
            </a:r>
          </a:p>
          <a:p>
            <a:pPr lvl="1"/>
            <a:r>
              <a:rPr lang="nb-NO" dirty="0"/>
              <a:t>Første kapittel har mange perspektiver </a:t>
            </a:r>
          </a:p>
          <a:p>
            <a:pPr lvl="1"/>
            <a:r>
              <a:rPr lang="nb-NO" dirty="0"/>
              <a:t>Supplert med kortere pensumbidrag </a:t>
            </a:r>
          </a:p>
          <a:p>
            <a:pPr lvl="1"/>
            <a:r>
              <a:rPr lang="nb-NO" dirty="0"/>
              <a:t>(Finnes gratis online via biblioteket – fysisk bok er nok bedre)</a:t>
            </a:r>
          </a:p>
          <a:p>
            <a:endParaRPr lang="nb-NO" dirty="0"/>
          </a:p>
          <a:p>
            <a:r>
              <a:rPr lang="nb-NO" dirty="0" err="1"/>
              <a:t>Pensumbolk</a:t>
            </a:r>
            <a:r>
              <a:rPr lang="nb-NO" dirty="0"/>
              <a:t> «case studier» </a:t>
            </a:r>
          </a:p>
          <a:p>
            <a:pPr lvl="1"/>
            <a:r>
              <a:rPr lang="nb-NO" dirty="0"/>
              <a:t>Primært empiriske eksempler </a:t>
            </a:r>
          </a:p>
          <a:p>
            <a:pPr lvl="1"/>
            <a:r>
              <a:rPr lang="nb-NO" dirty="0"/>
              <a:t>I hovedsak slike teknikker vi dekker på kurset</a:t>
            </a:r>
          </a:p>
          <a:p>
            <a:endParaRPr lang="nb-NO" dirty="0"/>
          </a:p>
          <a:p>
            <a:r>
              <a:rPr lang="nb-NO" dirty="0" err="1"/>
              <a:t>Pensumbolk</a:t>
            </a:r>
            <a:r>
              <a:rPr lang="nb-NO" dirty="0"/>
              <a:t> «Tilleggslitteratur» </a:t>
            </a:r>
          </a:p>
          <a:p>
            <a:pPr lvl="1"/>
            <a:r>
              <a:rPr lang="nb-NO" dirty="0"/>
              <a:t>Leses primært på egenhånd </a:t>
            </a:r>
          </a:p>
          <a:p>
            <a:pPr lvl="1"/>
            <a:r>
              <a:rPr lang="nb-NO" dirty="0"/>
              <a:t>Gir litt videre perspektiver på ML </a:t>
            </a:r>
          </a:p>
          <a:p>
            <a:pPr lvl="1"/>
            <a:endParaRPr lang="nb-NO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26E5A4-CFA8-4E31-873C-545E01261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390" y="265246"/>
            <a:ext cx="2815384" cy="4219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28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E8277-5F7D-4DDE-8C7C-54359B7F4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Litt om eksamen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4BD22-4F85-424C-9041-73A02117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Skoleeksamen </a:t>
            </a:r>
          </a:p>
          <a:p>
            <a:r>
              <a:rPr lang="nb-NO" dirty="0"/>
              <a:t>Kan ta med egne R-script på papir (så du slipper å pugge all kode)</a:t>
            </a:r>
          </a:p>
          <a:p>
            <a:endParaRPr lang="nb-NO" dirty="0"/>
          </a:p>
          <a:p>
            <a:r>
              <a:rPr lang="nb-NO" dirty="0"/>
              <a:t>Flervalgsoppgaver</a:t>
            </a:r>
          </a:p>
          <a:p>
            <a:r>
              <a:rPr lang="nb-NO" dirty="0"/>
              <a:t>Korte tekstoppgaver (200 ord </a:t>
            </a:r>
            <a:r>
              <a:rPr lang="nb-NO" dirty="0" err="1"/>
              <a:t>etc</a:t>
            </a:r>
            <a:r>
              <a:rPr lang="nb-NO" dirty="0"/>
              <a:t>)</a:t>
            </a:r>
          </a:p>
          <a:p>
            <a:r>
              <a:rPr lang="nb-NO" dirty="0"/>
              <a:t>Praktisk oppgave med datasett og R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9159307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8D010AE-A1CB-752E-516F-ECCA7622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Oppgave til neste gang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A3F680-AFDC-09C3-BCD2-4FBF22D71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b-NO" dirty="0"/>
              <a:t>Undersøk voldskriminalitet i norske kommuner, </a:t>
            </a:r>
          </a:p>
          <a:p>
            <a:pPr lvl="1"/>
            <a:r>
              <a:rPr lang="nb-NO" dirty="0"/>
              <a:t>datasett </a:t>
            </a:r>
            <a:r>
              <a:rPr lang="nb-NO" dirty="0" err="1"/>
              <a:t>kommunedata.rds</a:t>
            </a:r>
            <a:r>
              <a:rPr lang="nb-NO" dirty="0"/>
              <a:t>  </a:t>
            </a:r>
          </a:p>
          <a:p>
            <a:pPr lvl="1"/>
            <a:r>
              <a:rPr lang="nb-NO" dirty="0"/>
              <a:t>Div. aggregerte tall 2015-2020 </a:t>
            </a:r>
          </a:p>
          <a:p>
            <a:r>
              <a:rPr lang="nb-NO" dirty="0"/>
              <a:t>I hvilken grad er andel unge menn (f.eks. 18-36 år) nyttige til å predikere vold i en kommune? </a:t>
            </a:r>
          </a:p>
          <a:p>
            <a:r>
              <a:rPr lang="nb-NO" dirty="0"/>
              <a:t>Split datasettet i to deler </a:t>
            </a:r>
          </a:p>
          <a:p>
            <a:pPr marL="457200" lvl="1" indent="0">
              <a:buNone/>
            </a:pP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library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rsample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set.seed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(42)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initial_split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(kommune, 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.7)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kommune_train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training(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b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kommune_test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testing(</a:t>
            </a:r>
            <a:r>
              <a:rPr lang="nb-NO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kommune_split</a:t>
            </a:r>
            <a:r>
              <a:rPr lang="nb-NO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nb-NO" dirty="0"/>
              <a:t>Tren en OLS-modell for på </a:t>
            </a:r>
            <a:r>
              <a:rPr lang="nb-NO" dirty="0" err="1"/>
              <a:t>kommune_train</a:t>
            </a:r>
            <a:r>
              <a:rPr lang="nb-NO" dirty="0"/>
              <a:t> </a:t>
            </a:r>
          </a:p>
          <a:p>
            <a:pPr lvl="1"/>
            <a:r>
              <a:rPr lang="nb-NO" dirty="0"/>
              <a:t>Sammenlign RMSE for mot </a:t>
            </a:r>
            <a:r>
              <a:rPr lang="nb-NO" dirty="0" err="1"/>
              <a:t>kommune_test</a:t>
            </a:r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8460719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1026</TotalTime>
  <Words>1109</Words>
  <Application>Microsoft Office PowerPoint</Application>
  <PresentationFormat>Widescreen</PresentationFormat>
  <Paragraphs>200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Courier New</vt:lpstr>
      <vt:lpstr>Wingdings</vt:lpstr>
      <vt:lpstr>Office Theme</vt:lpstr>
      <vt:lpstr>Introduksjon til anvendt maskinlæring (ML) for samfunnsvitere</vt:lpstr>
      <vt:lpstr>Case: Franske velferdssystemet</vt:lpstr>
      <vt:lpstr>Hva handler dette kurset om? </vt:lpstr>
      <vt:lpstr>Struktur</vt:lpstr>
      <vt:lpstr>Forebygge uønskede utfall</vt:lpstr>
      <vt:lpstr>Intervensjon – mot hvem?</vt:lpstr>
      <vt:lpstr>Supervised learning / statistical learning </vt:lpstr>
      <vt:lpstr>Et par praktiske problemer med regresjon</vt:lpstr>
      <vt:lpstr>«Generalisering»</vt:lpstr>
      <vt:lpstr>Hvor god modell: Overfitting</vt:lpstr>
      <vt:lpstr>PowerPoint Presentation</vt:lpstr>
      <vt:lpstr>Observerte vs predikerte utfall</vt:lpstr>
      <vt:lpstr>Asymetriske kostnader</vt:lpstr>
      <vt:lpstr>Hva er urettferdighet?</vt:lpstr>
      <vt:lpstr>Hva er tuning og hvorfor?</vt:lpstr>
      <vt:lpstr>PowerPoint Presentation</vt:lpstr>
      <vt:lpstr>Hva slags vurderinger forventes dere å gjøre?</vt:lpstr>
      <vt:lpstr>Prediksjonen kan ikke være bedre enn data</vt:lpstr>
      <vt:lpstr>Litt om pensum</vt:lpstr>
      <vt:lpstr>Litt om eksamen</vt:lpstr>
      <vt:lpstr>Oppgave til neste gang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Introduksjon til anvendt maskinlæring</dc:title>
  <dc:creator>Torbjørn Skardhamar</dc:creator>
  <cp:lastModifiedBy>Torbjørn Skardhamar</cp:lastModifiedBy>
  <cp:revision>1</cp:revision>
  <dcterms:created xsi:type="dcterms:W3CDTF">2023-01-16T08:39:23Z</dcterms:created>
  <dcterms:modified xsi:type="dcterms:W3CDTF">2026-01-26T17:59:02Z</dcterms:modified>
</cp:coreProperties>
</file>