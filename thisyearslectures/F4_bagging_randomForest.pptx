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74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FE1C8-7F24-4179-A2D2-E6E4C62AAA89}" v="385" dt="2026-02-03T08:15:33.602"/>
    <p1510:client id="{A0E30F5F-F9C5-4ADE-B32C-86855B271668}" v="11" dt="2026-02-02T10:17:22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bjørn Skardhamar" userId="a33c437c-465e-42c1-b920-4fca17f18356" providerId="ADAL" clId="{3AC9633A-5280-441E-B1B6-8EBD4EE375F1}"/>
    <pc:docChg chg="modSld">
      <pc:chgData name="Torbjørn Skardhamar" userId="a33c437c-465e-42c1-b920-4fca17f18356" providerId="ADAL" clId="{3AC9633A-5280-441E-B1B6-8EBD4EE375F1}" dt="2026-02-02T10:17:22.418" v="14" actId="20577"/>
      <pc:docMkLst>
        <pc:docMk/>
      </pc:docMkLst>
      <pc:sldChg chg="modSp mod">
        <pc:chgData name="Torbjørn Skardhamar" userId="a33c437c-465e-42c1-b920-4fca17f18356" providerId="ADAL" clId="{3AC9633A-5280-441E-B1B6-8EBD4EE375F1}" dt="2026-02-02T10:15:38.231" v="3" actId="20577"/>
        <pc:sldMkLst>
          <pc:docMk/>
          <pc:sldMk cId="402857598" sldId="256"/>
        </pc:sldMkLst>
        <pc:spChg chg="mod">
          <ac:chgData name="Torbjørn Skardhamar" userId="a33c437c-465e-42c1-b920-4fca17f18356" providerId="ADAL" clId="{3AC9633A-5280-441E-B1B6-8EBD4EE375F1}" dt="2026-02-02T10:15:38.231" v="3" actId="20577"/>
          <ac:spMkLst>
            <pc:docMk/>
            <pc:sldMk cId="402857598" sldId="256"/>
            <ac:spMk id="3" creationId="{00000000-0000-0000-0000-000000000000}"/>
          </ac:spMkLst>
        </pc:spChg>
      </pc:sldChg>
      <pc:sldChg chg="modSp">
        <pc:chgData name="Torbjørn Skardhamar" userId="a33c437c-465e-42c1-b920-4fca17f18356" providerId="ADAL" clId="{3AC9633A-5280-441E-B1B6-8EBD4EE375F1}" dt="2026-02-02T10:16:35.671" v="6" actId="20577"/>
        <pc:sldMkLst>
          <pc:docMk/>
          <pc:sldMk cId="3956507176" sldId="259"/>
        </pc:sldMkLst>
        <pc:spChg chg="mod">
          <ac:chgData name="Torbjørn Skardhamar" userId="a33c437c-465e-42c1-b920-4fca17f18356" providerId="ADAL" clId="{3AC9633A-5280-441E-B1B6-8EBD4EE375F1}" dt="2026-02-02T10:16:35.671" v="6" actId="20577"/>
          <ac:spMkLst>
            <pc:docMk/>
            <pc:sldMk cId="3956507176" sldId="259"/>
            <ac:spMk id="8" creationId="{00000000-0000-0000-0000-000000000000}"/>
          </ac:spMkLst>
        </pc:spChg>
      </pc:sldChg>
      <pc:sldChg chg="modSp">
        <pc:chgData name="Torbjørn Skardhamar" userId="a33c437c-465e-42c1-b920-4fca17f18356" providerId="ADAL" clId="{3AC9633A-5280-441E-B1B6-8EBD4EE375F1}" dt="2026-02-02T10:17:22.418" v="14" actId="20577"/>
        <pc:sldMkLst>
          <pc:docMk/>
          <pc:sldMk cId="599909142" sldId="266"/>
        </pc:sldMkLst>
        <pc:spChg chg="mod">
          <ac:chgData name="Torbjørn Skardhamar" userId="a33c437c-465e-42c1-b920-4fca17f18356" providerId="ADAL" clId="{3AC9633A-5280-441E-B1B6-8EBD4EE375F1}" dt="2026-02-02T10:17:22.418" v="14" actId="20577"/>
          <ac:spMkLst>
            <pc:docMk/>
            <pc:sldMk cId="599909142" sldId="266"/>
            <ac:spMk id="8" creationId="{00000000-0000-0000-0000-000000000000}"/>
          </ac:spMkLst>
        </pc:spChg>
      </pc:sldChg>
    </pc:docChg>
  </pc:docChgLst>
  <pc:docChgLst>
    <pc:chgData name="Torbjørn Skardhamar" userId="a33c437c-465e-42c1-b920-4fca17f18356" providerId="ADAL" clId="{627AB3AA-207B-4D0D-99C9-6F522F361ED9}"/>
    <pc:docChg chg="undo custSel addSld delSld modSld">
      <pc:chgData name="Torbjørn Skardhamar" userId="a33c437c-465e-42c1-b920-4fca17f18356" providerId="ADAL" clId="{627AB3AA-207B-4D0D-99C9-6F522F361ED9}" dt="2026-02-03T09:06:20.721" v="1697" actId="6549"/>
      <pc:docMkLst>
        <pc:docMk/>
      </pc:docMkLst>
      <pc:sldChg chg="modSp mod">
        <pc:chgData name="Torbjørn Skardhamar" userId="a33c437c-465e-42c1-b920-4fca17f18356" providerId="ADAL" clId="{627AB3AA-207B-4D0D-99C9-6F522F361ED9}" dt="2026-02-03T09:06:20.721" v="1697" actId="6549"/>
        <pc:sldMkLst>
          <pc:docMk/>
          <pc:sldMk cId="402857598" sldId="256"/>
        </pc:sldMkLst>
        <pc:spChg chg="mod">
          <ac:chgData name="Torbjørn Skardhamar" userId="a33c437c-465e-42c1-b920-4fca17f18356" providerId="ADAL" clId="{627AB3AA-207B-4D0D-99C9-6F522F361ED9}" dt="2026-02-02T12:29:22.217" v="10" actId="20577"/>
          <ac:spMkLst>
            <pc:docMk/>
            <pc:sldMk cId="402857598" sldId="256"/>
            <ac:spMk id="2" creationId="{00000000-0000-0000-0000-000000000000}"/>
          </ac:spMkLst>
        </pc:spChg>
        <pc:spChg chg="mod">
          <ac:chgData name="Torbjørn Skardhamar" userId="a33c437c-465e-42c1-b920-4fca17f18356" providerId="ADAL" clId="{627AB3AA-207B-4D0D-99C9-6F522F361ED9}" dt="2026-02-03T09:06:20.721" v="1697" actId="6549"/>
          <ac:spMkLst>
            <pc:docMk/>
            <pc:sldMk cId="402857598" sldId="256"/>
            <ac:spMk id="3" creationId="{00000000-0000-0000-0000-000000000000}"/>
          </ac:spMkLst>
        </pc:spChg>
      </pc:sldChg>
      <pc:sldChg chg="modSp mod">
        <pc:chgData name="Torbjørn Skardhamar" userId="a33c437c-465e-42c1-b920-4fca17f18356" providerId="ADAL" clId="{627AB3AA-207B-4D0D-99C9-6F522F361ED9}" dt="2026-02-03T09:05:57.297" v="1696" actId="20577"/>
        <pc:sldMkLst>
          <pc:docMk/>
          <pc:sldMk cId="3484473543" sldId="257"/>
        </pc:sldMkLst>
        <pc:spChg chg="mod">
          <ac:chgData name="Torbjørn Skardhamar" userId="a33c437c-465e-42c1-b920-4fca17f18356" providerId="ADAL" clId="{627AB3AA-207B-4D0D-99C9-6F522F361ED9}" dt="2026-02-02T12:29:54.657" v="22" actId="20577"/>
          <ac:spMkLst>
            <pc:docMk/>
            <pc:sldMk cId="3484473543" sldId="257"/>
            <ac:spMk id="2" creationId="{00000000-0000-0000-0000-000000000000}"/>
          </ac:spMkLst>
        </pc:spChg>
        <pc:spChg chg="mod">
          <ac:chgData name="Torbjørn Skardhamar" userId="a33c437c-465e-42c1-b920-4fca17f18356" providerId="ADAL" clId="{627AB3AA-207B-4D0D-99C9-6F522F361ED9}" dt="2026-02-03T09:05:57.297" v="1696" actId="20577"/>
          <ac:spMkLst>
            <pc:docMk/>
            <pc:sldMk cId="3484473543" sldId="257"/>
            <ac:spMk id="3" creationId="{00000000-0000-0000-0000-000000000000}"/>
          </ac:spMkLst>
        </pc:spChg>
      </pc:sldChg>
      <pc:sldChg chg="addSp delSp modSp mod delAnim">
        <pc:chgData name="Torbjørn Skardhamar" userId="a33c437c-465e-42c1-b920-4fca17f18356" providerId="ADAL" clId="{627AB3AA-207B-4D0D-99C9-6F522F361ED9}" dt="2026-02-02T17:10:34.251" v="958" actId="20577"/>
        <pc:sldMkLst>
          <pc:docMk/>
          <pc:sldMk cId="1339497903" sldId="258"/>
        </pc:sldMkLst>
        <pc:spChg chg="mod">
          <ac:chgData name="Torbjørn Skardhamar" userId="a33c437c-465e-42c1-b920-4fca17f18356" providerId="ADAL" clId="{627AB3AA-207B-4D0D-99C9-6F522F361ED9}" dt="2026-02-02T17:08:02.946" v="856" actId="20577"/>
          <ac:spMkLst>
            <pc:docMk/>
            <pc:sldMk cId="1339497903" sldId="258"/>
            <ac:spMk id="2" creationId="{00000000-0000-0000-0000-000000000000}"/>
          </ac:spMkLst>
        </pc:spChg>
        <pc:spChg chg="mod">
          <ac:chgData name="Torbjørn Skardhamar" userId="a33c437c-465e-42c1-b920-4fca17f18356" providerId="ADAL" clId="{627AB3AA-207B-4D0D-99C9-6F522F361ED9}" dt="2026-02-02T12:31:02.066" v="49" actId="6549"/>
          <ac:spMkLst>
            <pc:docMk/>
            <pc:sldMk cId="1339497903" sldId="258"/>
            <ac:spMk id="5" creationId="{00000000-0000-0000-0000-000000000000}"/>
          </ac:spMkLst>
        </pc:spChg>
        <pc:spChg chg="mod">
          <ac:chgData name="Torbjørn Skardhamar" userId="a33c437c-465e-42c1-b920-4fca17f18356" providerId="ADAL" clId="{627AB3AA-207B-4D0D-99C9-6F522F361ED9}" dt="2026-02-02T12:32:34.399" v="54"/>
          <ac:spMkLst>
            <pc:docMk/>
            <pc:sldMk cId="1339497903" sldId="258"/>
            <ac:spMk id="7" creationId="{00000000-0000-0000-0000-000000000000}"/>
          </ac:spMkLst>
        </pc:spChg>
        <pc:spChg chg="add mod">
          <ac:chgData name="Torbjørn Skardhamar" userId="a33c437c-465e-42c1-b920-4fca17f18356" providerId="ADAL" clId="{627AB3AA-207B-4D0D-99C9-6F522F361ED9}" dt="2026-02-02T17:10:34.251" v="958" actId="20577"/>
          <ac:spMkLst>
            <pc:docMk/>
            <pc:sldMk cId="1339497903" sldId="258"/>
            <ac:spMk id="8" creationId="{D553E545-F39F-3FBA-2B70-AFE2230E79A4}"/>
          </ac:spMkLst>
        </pc:spChg>
        <pc:picChg chg="del">
          <ac:chgData name="Torbjørn Skardhamar" userId="a33c437c-465e-42c1-b920-4fca17f18356" providerId="ADAL" clId="{627AB3AA-207B-4D0D-99C9-6F522F361ED9}" dt="2026-02-02T12:30:57.430" v="48" actId="478"/>
          <ac:picMkLst>
            <pc:docMk/>
            <pc:sldMk cId="1339497903" sldId="258"/>
            <ac:picMk id="3" creationId="{1D0C3FB6-5D91-4F13-8450-21B63E62BBCC}"/>
          </ac:picMkLst>
        </pc:picChg>
      </pc:sldChg>
      <pc:sldChg chg="addSp delSp modSp mod addAnim delAnim modAnim">
        <pc:chgData name="Torbjørn Skardhamar" userId="a33c437c-465e-42c1-b920-4fca17f18356" providerId="ADAL" clId="{627AB3AA-207B-4D0D-99C9-6F522F361ED9}" dt="2026-02-02T17:11:37.842" v="959" actId="6549"/>
        <pc:sldMkLst>
          <pc:docMk/>
          <pc:sldMk cId="3956507176" sldId="259"/>
        </pc:sldMkLst>
        <pc:spChg chg="mod">
          <ac:chgData name="Torbjørn Skardhamar" userId="a33c437c-465e-42c1-b920-4fca17f18356" providerId="ADAL" clId="{627AB3AA-207B-4D0D-99C9-6F522F361ED9}" dt="2026-02-02T16:49:40.798" v="826" actId="20577"/>
          <ac:spMkLst>
            <pc:docMk/>
            <pc:sldMk cId="3956507176" sldId="259"/>
            <ac:spMk id="7" creationId="{00000000-0000-0000-0000-000000000000}"/>
          </ac:spMkLst>
        </pc:spChg>
        <pc:spChg chg="mod">
          <ac:chgData name="Torbjørn Skardhamar" userId="a33c437c-465e-42c1-b920-4fca17f18356" providerId="ADAL" clId="{627AB3AA-207B-4D0D-99C9-6F522F361ED9}" dt="2026-02-02T17:11:37.842" v="959" actId="6549"/>
          <ac:spMkLst>
            <pc:docMk/>
            <pc:sldMk cId="3956507176" sldId="259"/>
            <ac:spMk id="8" creationId="{00000000-0000-0000-0000-000000000000}"/>
          </ac:spMkLst>
        </pc:spChg>
        <pc:picChg chg="add del mod">
          <ac:chgData name="Torbjørn Skardhamar" userId="a33c437c-465e-42c1-b920-4fca17f18356" providerId="ADAL" clId="{627AB3AA-207B-4D0D-99C9-6F522F361ED9}" dt="2026-02-02T16:49:43.477" v="827" actId="478"/>
          <ac:picMkLst>
            <pc:docMk/>
            <pc:sldMk cId="3956507176" sldId="259"/>
            <ac:picMk id="3" creationId="{F49C450B-BC66-9934-78F3-08F4B13CF150}"/>
          </ac:picMkLst>
        </pc:picChg>
      </pc:sldChg>
      <pc:sldChg chg="modSp mod">
        <pc:chgData name="Torbjørn Skardhamar" userId="a33c437c-465e-42c1-b920-4fca17f18356" providerId="ADAL" clId="{627AB3AA-207B-4D0D-99C9-6F522F361ED9}" dt="2026-02-02T17:14:07.333" v="1005" actId="27636"/>
        <pc:sldMkLst>
          <pc:docMk/>
          <pc:sldMk cId="599909142" sldId="266"/>
        </pc:sldMkLst>
        <pc:spChg chg="mod">
          <ac:chgData name="Torbjørn Skardhamar" userId="a33c437c-465e-42c1-b920-4fca17f18356" providerId="ADAL" clId="{627AB3AA-207B-4D0D-99C9-6F522F361ED9}" dt="2026-02-02T17:14:07.333" v="1005" actId="27636"/>
          <ac:spMkLst>
            <pc:docMk/>
            <pc:sldMk cId="599909142" sldId="266"/>
            <ac:spMk id="7" creationId="{00000000-0000-0000-0000-000000000000}"/>
          </ac:spMkLst>
        </pc:spChg>
      </pc:sldChg>
      <pc:sldChg chg="modSp mod modAnim">
        <pc:chgData name="Torbjørn Skardhamar" userId="a33c437c-465e-42c1-b920-4fca17f18356" providerId="ADAL" clId="{627AB3AA-207B-4D0D-99C9-6F522F361ED9}" dt="2026-02-02T17:16:01.993" v="1112" actId="313"/>
        <pc:sldMkLst>
          <pc:docMk/>
          <pc:sldMk cId="3706758845" sldId="267"/>
        </pc:sldMkLst>
        <pc:spChg chg="mod">
          <ac:chgData name="Torbjørn Skardhamar" userId="a33c437c-465e-42c1-b920-4fca17f18356" providerId="ADAL" clId="{627AB3AA-207B-4D0D-99C9-6F522F361ED9}" dt="2026-02-02T17:16:01.993" v="1112" actId="313"/>
          <ac:spMkLst>
            <pc:docMk/>
            <pc:sldMk cId="3706758845" sldId="267"/>
            <ac:spMk id="3" creationId="{457335E4-F4B4-4013-AD4E-B532DF38E2DA}"/>
          </ac:spMkLst>
        </pc:spChg>
      </pc:sldChg>
      <pc:sldChg chg="modSp mod">
        <pc:chgData name="Torbjørn Skardhamar" userId="a33c437c-465e-42c1-b920-4fca17f18356" providerId="ADAL" clId="{627AB3AA-207B-4D0D-99C9-6F522F361ED9}" dt="2026-02-02T17:17:41.176" v="1141" actId="6549"/>
        <pc:sldMkLst>
          <pc:docMk/>
          <pc:sldMk cId="3528159941" sldId="268"/>
        </pc:sldMkLst>
        <pc:spChg chg="mod">
          <ac:chgData name="Torbjørn Skardhamar" userId="a33c437c-465e-42c1-b920-4fca17f18356" providerId="ADAL" clId="{627AB3AA-207B-4D0D-99C9-6F522F361ED9}" dt="2026-02-02T17:17:41.176" v="1141" actId="6549"/>
          <ac:spMkLst>
            <pc:docMk/>
            <pc:sldMk cId="3528159941" sldId="268"/>
            <ac:spMk id="3" creationId="{39D7E472-0A7D-433E-8FC0-AE6B2231127D}"/>
          </ac:spMkLst>
        </pc:spChg>
      </pc:sldChg>
      <pc:sldChg chg="delSp modSp mod delAnim modAnim">
        <pc:chgData name="Torbjørn Skardhamar" userId="a33c437c-465e-42c1-b920-4fca17f18356" providerId="ADAL" clId="{627AB3AA-207B-4D0D-99C9-6F522F361ED9}" dt="2026-02-03T08:14:15.452" v="1567" actId="1076"/>
        <pc:sldMkLst>
          <pc:docMk/>
          <pc:sldMk cId="638720440" sldId="269"/>
        </pc:sldMkLst>
        <pc:spChg chg="mod">
          <ac:chgData name="Torbjørn Skardhamar" userId="a33c437c-465e-42c1-b920-4fca17f18356" providerId="ADAL" clId="{627AB3AA-207B-4D0D-99C9-6F522F361ED9}" dt="2026-02-03T08:12:38.795" v="1562" actId="20577"/>
          <ac:spMkLst>
            <pc:docMk/>
            <pc:sldMk cId="638720440" sldId="269"/>
            <ac:spMk id="3" creationId="{6F82E6F6-8CFB-4593-BC84-CF308A07FD7C}"/>
          </ac:spMkLst>
        </pc:spChg>
        <pc:picChg chg="mod">
          <ac:chgData name="Torbjørn Skardhamar" userId="a33c437c-465e-42c1-b920-4fca17f18356" providerId="ADAL" clId="{627AB3AA-207B-4D0D-99C9-6F522F361ED9}" dt="2026-02-03T08:14:15.452" v="1567" actId="1076"/>
          <ac:picMkLst>
            <pc:docMk/>
            <pc:sldMk cId="638720440" sldId="269"/>
            <ac:picMk id="4" creationId="{20CB383F-8937-4605-82FD-A1625928AA43}"/>
          </ac:picMkLst>
        </pc:picChg>
        <pc:picChg chg="del mod">
          <ac:chgData name="Torbjørn Skardhamar" userId="a33c437c-465e-42c1-b920-4fca17f18356" providerId="ADAL" clId="{627AB3AA-207B-4D0D-99C9-6F522F361ED9}" dt="2026-02-03T08:14:11.893" v="1566" actId="478"/>
          <ac:picMkLst>
            <pc:docMk/>
            <pc:sldMk cId="638720440" sldId="269"/>
            <ac:picMk id="5" creationId="{99077007-F19D-48AA-8388-A84EF59A7D14}"/>
          </ac:picMkLst>
        </pc:picChg>
      </pc:sldChg>
      <pc:sldChg chg="modSp mod modAnim">
        <pc:chgData name="Torbjørn Skardhamar" userId="a33c437c-465e-42c1-b920-4fca17f18356" providerId="ADAL" clId="{627AB3AA-207B-4D0D-99C9-6F522F361ED9}" dt="2026-02-03T08:15:33.672" v="1660" actId="27636"/>
        <pc:sldMkLst>
          <pc:docMk/>
          <pc:sldMk cId="573272311" sldId="271"/>
        </pc:sldMkLst>
        <pc:spChg chg="mod">
          <ac:chgData name="Torbjørn Skardhamar" userId="a33c437c-465e-42c1-b920-4fca17f18356" providerId="ADAL" clId="{627AB3AA-207B-4D0D-99C9-6F522F361ED9}" dt="2026-02-03T08:15:33.672" v="1660" actId="27636"/>
          <ac:spMkLst>
            <pc:docMk/>
            <pc:sldMk cId="573272311" sldId="271"/>
            <ac:spMk id="3" creationId="{096F9D4A-7B28-4FED-BADB-E85F40652593}"/>
          </ac:spMkLst>
        </pc:spChg>
      </pc:sldChg>
      <pc:sldChg chg="modSp del mod">
        <pc:chgData name="Torbjørn Skardhamar" userId="a33c437c-465e-42c1-b920-4fca17f18356" providerId="ADAL" clId="{627AB3AA-207B-4D0D-99C9-6F522F361ED9}" dt="2026-02-03T08:10:12.887" v="1452" actId="47"/>
        <pc:sldMkLst>
          <pc:docMk/>
          <pc:sldMk cId="1584221420" sldId="272"/>
        </pc:sldMkLst>
        <pc:spChg chg="mod">
          <ac:chgData name="Torbjørn Skardhamar" userId="a33c437c-465e-42c1-b920-4fca17f18356" providerId="ADAL" clId="{627AB3AA-207B-4D0D-99C9-6F522F361ED9}" dt="2026-02-02T18:12:24.759" v="1357" actId="6549"/>
          <ac:spMkLst>
            <pc:docMk/>
            <pc:sldMk cId="1584221420" sldId="272"/>
            <ac:spMk id="3" creationId="{0521A8AA-BDFB-4D81-A016-4FD3672F505F}"/>
          </ac:spMkLst>
        </pc:spChg>
      </pc:sldChg>
      <pc:sldChg chg="del">
        <pc:chgData name="Torbjørn Skardhamar" userId="a33c437c-465e-42c1-b920-4fca17f18356" providerId="ADAL" clId="{627AB3AA-207B-4D0D-99C9-6F522F361ED9}" dt="2026-02-03T08:10:15.171" v="1453" actId="47"/>
        <pc:sldMkLst>
          <pc:docMk/>
          <pc:sldMk cId="3636108486" sldId="273"/>
        </pc:sldMkLst>
      </pc:sldChg>
      <pc:sldChg chg="modSp new mod">
        <pc:chgData name="Torbjørn Skardhamar" userId="a33c437c-465e-42c1-b920-4fca17f18356" providerId="ADAL" clId="{627AB3AA-207B-4D0D-99C9-6F522F361ED9}" dt="2026-02-03T07:42:47.233" v="1450" actId="20577"/>
        <pc:sldMkLst>
          <pc:docMk/>
          <pc:sldMk cId="1127694518" sldId="274"/>
        </pc:sldMkLst>
        <pc:spChg chg="mod">
          <ac:chgData name="Torbjørn Skardhamar" userId="a33c437c-465e-42c1-b920-4fca17f18356" providerId="ADAL" clId="{627AB3AA-207B-4D0D-99C9-6F522F361ED9}" dt="2026-02-02T12:48:40.222" v="292" actId="20577"/>
          <ac:spMkLst>
            <pc:docMk/>
            <pc:sldMk cId="1127694518" sldId="274"/>
            <ac:spMk id="2" creationId="{B118AE4C-CCB8-57CD-A1FA-0B2F65987B2E}"/>
          </ac:spMkLst>
        </pc:spChg>
        <pc:spChg chg="mod">
          <ac:chgData name="Torbjørn Skardhamar" userId="a33c437c-465e-42c1-b920-4fca17f18356" providerId="ADAL" clId="{627AB3AA-207B-4D0D-99C9-6F522F361ED9}" dt="2026-02-03T07:42:47.233" v="1450" actId="20577"/>
          <ac:spMkLst>
            <pc:docMk/>
            <pc:sldMk cId="1127694518" sldId="274"/>
            <ac:spMk id="3" creationId="{7E1E9AF2-2C8E-A608-F170-1E7977824F85}"/>
          </ac:spMkLst>
        </pc:spChg>
      </pc:sldChg>
      <pc:sldChg chg="addSp delSp modSp new del mod modClrScheme chgLayout">
        <pc:chgData name="Torbjørn Skardhamar" userId="a33c437c-465e-42c1-b920-4fca17f18356" providerId="ADAL" clId="{627AB3AA-207B-4D0D-99C9-6F522F361ED9}" dt="2026-02-02T17:08:13.431" v="857" actId="47"/>
        <pc:sldMkLst>
          <pc:docMk/>
          <pc:sldMk cId="570565324" sldId="275"/>
        </pc:sldMkLst>
        <pc:spChg chg="del mod ord">
          <ac:chgData name="Torbjørn Skardhamar" userId="a33c437c-465e-42c1-b920-4fca17f18356" providerId="ADAL" clId="{627AB3AA-207B-4D0D-99C9-6F522F361ED9}" dt="2026-02-02T16:32:00.082" v="443" actId="700"/>
          <ac:spMkLst>
            <pc:docMk/>
            <pc:sldMk cId="570565324" sldId="275"/>
            <ac:spMk id="2" creationId="{1D9FB782-CA99-2687-1883-72FDE953CFF2}"/>
          </ac:spMkLst>
        </pc:spChg>
        <pc:spChg chg="del">
          <ac:chgData name="Torbjørn Skardhamar" userId="a33c437c-465e-42c1-b920-4fca17f18356" providerId="ADAL" clId="{627AB3AA-207B-4D0D-99C9-6F522F361ED9}" dt="2026-02-02T16:32:00.082" v="443" actId="700"/>
          <ac:spMkLst>
            <pc:docMk/>
            <pc:sldMk cId="570565324" sldId="275"/>
            <ac:spMk id="3" creationId="{124A6967-56B3-DBD0-BDD0-3A9F1A3438F2}"/>
          </ac:spMkLst>
        </pc:spChg>
        <pc:spChg chg="del mod ord">
          <ac:chgData name="Torbjørn Skardhamar" userId="a33c437c-465e-42c1-b920-4fca17f18356" providerId="ADAL" clId="{627AB3AA-207B-4D0D-99C9-6F522F361ED9}" dt="2026-02-02T16:32:00.082" v="443" actId="700"/>
          <ac:spMkLst>
            <pc:docMk/>
            <pc:sldMk cId="570565324" sldId="275"/>
            <ac:spMk id="4" creationId="{1939B394-3972-3349-30D2-4F6CA0FC7A09}"/>
          </ac:spMkLst>
        </pc:spChg>
        <pc:spChg chg="del">
          <ac:chgData name="Torbjørn Skardhamar" userId="a33c437c-465e-42c1-b920-4fca17f18356" providerId="ADAL" clId="{627AB3AA-207B-4D0D-99C9-6F522F361ED9}" dt="2026-02-02T16:32:00.082" v="443" actId="700"/>
          <ac:spMkLst>
            <pc:docMk/>
            <pc:sldMk cId="570565324" sldId="275"/>
            <ac:spMk id="5" creationId="{837EAB1D-4AAE-5129-9E81-B42F10F89C44}"/>
          </ac:spMkLst>
        </pc:spChg>
        <pc:spChg chg="del mod ord">
          <ac:chgData name="Torbjørn Skardhamar" userId="a33c437c-465e-42c1-b920-4fca17f18356" providerId="ADAL" clId="{627AB3AA-207B-4D0D-99C9-6F522F361ED9}" dt="2026-02-02T16:32:00.082" v="443" actId="700"/>
          <ac:spMkLst>
            <pc:docMk/>
            <pc:sldMk cId="570565324" sldId="275"/>
            <ac:spMk id="6" creationId="{806CFEBE-85D5-9F33-6D3C-1D2FA3A30B30}"/>
          </ac:spMkLst>
        </pc:spChg>
        <pc:spChg chg="add mod ord">
          <ac:chgData name="Torbjørn Skardhamar" userId="a33c437c-465e-42c1-b920-4fca17f18356" providerId="ADAL" clId="{627AB3AA-207B-4D0D-99C9-6F522F361ED9}" dt="2026-02-02T16:40:07.491" v="491" actId="20577"/>
          <ac:spMkLst>
            <pc:docMk/>
            <pc:sldMk cId="570565324" sldId="275"/>
            <ac:spMk id="7" creationId="{9A757868-63B8-F011-41EF-DAEDADE5F786}"/>
          </ac:spMkLst>
        </pc:spChg>
        <pc:spChg chg="add mod ord">
          <ac:chgData name="Torbjørn Skardhamar" userId="a33c437c-465e-42c1-b920-4fca17f18356" providerId="ADAL" clId="{627AB3AA-207B-4D0D-99C9-6F522F361ED9}" dt="2026-02-02T16:45:51.924" v="627" actId="20577"/>
          <ac:spMkLst>
            <pc:docMk/>
            <pc:sldMk cId="570565324" sldId="275"/>
            <ac:spMk id="8" creationId="{F775B3A3-7133-A804-3BCC-51D65732CBD8}"/>
          </ac:spMkLst>
        </pc:spChg>
        <pc:spChg chg="add del mod ord">
          <ac:chgData name="Torbjørn Skardhamar" userId="a33c437c-465e-42c1-b920-4fca17f18356" providerId="ADAL" clId="{627AB3AA-207B-4D0D-99C9-6F522F361ED9}" dt="2026-02-02T16:32:01.146" v="444" actId="22"/>
          <ac:spMkLst>
            <pc:docMk/>
            <pc:sldMk cId="570565324" sldId="275"/>
            <ac:spMk id="9" creationId="{6D6FAEEB-0CA0-0165-A998-64AB0739AF75}"/>
          </ac:spMkLst>
        </pc:spChg>
        <pc:picChg chg="add mod ord">
          <ac:chgData name="Torbjørn Skardhamar" userId="a33c437c-465e-42c1-b920-4fca17f18356" providerId="ADAL" clId="{627AB3AA-207B-4D0D-99C9-6F522F361ED9}" dt="2026-02-02T16:32:01.146" v="444" actId="22"/>
          <ac:picMkLst>
            <pc:docMk/>
            <pc:sldMk cId="570565324" sldId="275"/>
            <ac:picMk id="11" creationId="{8F65C660-EC60-C028-49C2-DB3B197DA850}"/>
          </ac:picMkLst>
        </pc:picChg>
      </pc:sldChg>
      <pc:sldChg chg="modSp new del mod">
        <pc:chgData name="Torbjørn Skardhamar" userId="a33c437c-465e-42c1-b920-4fca17f18356" providerId="ADAL" clId="{627AB3AA-207B-4D0D-99C9-6F522F361ED9}" dt="2026-02-03T08:09:55.013" v="1451" actId="47"/>
        <pc:sldMkLst>
          <pc:docMk/>
          <pc:sldMk cId="3763807004" sldId="275"/>
        </pc:sldMkLst>
        <pc:spChg chg="mod">
          <ac:chgData name="Torbjørn Skardhamar" userId="a33c437c-465e-42c1-b920-4fca17f18356" providerId="ADAL" clId="{627AB3AA-207B-4D0D-99C9-6F522F361ED9}" dt="2026-02-02T17:13:05.972" v="978" actId="20577"/>
          <ac:spMkLst>
            <pc:docMk/>
            <pc:sldMk cId="3763807004" sldId="275"/>
            <ac:spMk id="2" creationId="{AB66C13F-453F-DF26-68ED-7E1E2309A3D5}"/>
          </ac:spMkLst>
        </pc:spChg>
      </pc:sldChg>
      <pc:sldChg chg="modSp new del mod">
        <pc:chgData name="Torbjørn Skardhamar" userId="a33c437c-465e-42c1-b920-4fca17f18356" providerId="ADAL" clId="{627AB3AA-207B-4D0D-99C9-6F522F361ED9}" dt="2026-02-02T17:18:35.969" v="1212" actId="47"/>
        <pc:sldMkLst>
          <pc:docMk/>
          <pc:sldMk cId="2499979450" sldId="276"/>
        </pc:sldMkLst>
        <pc:spChg chg="mod">
          <ac:chgData name="Torbjørn Skardhamar" userId="a33c437c-465e-42c1-b920-4fca17f18356" providerId="ADAL" clId="{627AB3AA-207B-4D0D-99C9-6F522F361ED9}" dt="2026-02-02T17:17:57.449" v="1175" actId="20577"/>
          <ac:spMkLst>
            <pc:docMk/>
            <pc:sldMk cId="2499979450" sldId="276"/>
            <ac:spMk id="2" creationId="{81B70D54-1139-60CF-1217-18245FA2F344}"/>
          </ac:spMkLst>
        </pc:spChg>
        <pc:spChg chg="mod">
          <ac:chgData name="Torbjørn Skardhamar" userId="a33c437c-465e-42c1-b920-4fca17f18356" providerId="ADAL" clId="{627AB3AA-207B-4D0D-99C9-6F522F361ED9}" dt="2026-02-02T17:18:09.617" v="1211" actId="20577"/>
          <ac:spMkLst>
            <pc:docMk/>
            <pc:sldMk cId="2499979450" sldId="276"/>
            <ac:spMk id="3" creationId="{94761C0B-C8E8-4BA5-32D2-CF21A0993F3F}"/>
          </ac:spMkLst>
        </pc:spChg>
      </pc:sldChg>
    </pc:docChg>
  </pc:docChgLst>
  <pc:docChgLst>
    <pc:chgData name="Torbjørn Skardhamar" userId="a33c437c-465e-42c1-b920-4fca17f18356" providerId="ADAL" clId="{AC151513-0271-429E-A1AD-69095EF5EA80}"/>
    <pc:docChg chg="undo custSel addSld delSld modSld">
      <pc:chgData name="Torbjørn Skardhamar" userId="a33c437c-465e-42c1-b920-4fca17f18356" providerId="ADAL" clId="{AC151513-0271-429E-A1AD-69095EF5EA80}" dt="2020-02-11T22:07:49.557" v="4660" actId="20577"/>
      <pc:docMkLst>
        <pc:docMk/>
      </pc:docMkLst>
      <pc:sldChg chg="modSp">
        <pc:chgData name="Torbjørn Skardhamar" userId="a33c437c-465e-42c1-b920-4fca17f18356" providerId="ADAL" clId="{AC151513-0271-429E-A1AD-69095EF5EA80}" dt="2020-02-11T19:37:17.351" v="35" actId="20577"/>
        <pc:sldMkLst>
          <pc:docMk/>
          <pc:sldMk cId="402857598" sldId="256"/>
        </pc:sldMkLst>
      </pc:sldChg>
      <pc:sldChg chg="modSp">
        <pc:chgData name="Torbjørn Skardhamar" userId="a33c437c-465e-42c1-b920-4fca17f18356" providerId="ADAL" clId="{AC151513-0271-429E-A1AD-69095EF5EA80}" dt="2020-02-11T19:36:51.280" v="22" actId="20577"/>
        <pc:sldMkLst>
          <pc:docMk/>
          <pc:sldMk cId="3484473543" sldId="257"/>
        </pc:sldMkLst>
      </pc:sldChg>
      <pc:sldChg chg="addSp modSp modAnim">
        <pc:chgData name="Torbjørn Skardhamar" userId="a33c437c-465e-42c1-b920-4fca17f18356" providerId="ADAL" clId="{AC151513-0271-429E-A1AD-69095EF5EA80}" dt="2020-02-11T19:42:19.900" v="152" actId="20577"/>
        <pc:sldMkLst>
          <pc:docMk/>
          <pc:sldMk cId="1339497903" sldId="258"/>
        </pc:sldMkLst>
      </pc:sldChg>
      <pc:sldChg chg="modSp">
        <pc:chgData name="Torbjørn Skardhamar" userId="a33c437c-465e-42c1-b920-4fca17f18356" providerId="ADAL" clId="{AC151513-0271-429E-A1AD-69095EF5EA80}" dt="2020-02-11T21:14:49.206" v="2056" actId="114"/>
        <pc:sldMkLst>
          <pc:docMk/>
          <pc:sldMk cId="3956507176" sldId="259"/>
        </pc:sldMkLst>
      </pc:sldChg>
      <pc:sldChg chg="del">
        <pc:chgData name="Torbjørn Skardhamar" userId="a33c437c-465e-42c1-b920-4fca17f18356" providerId="ADAL" clId="{AC151513-0271-429E-A1AD-69095EF5EA80}" dt="2020-02-11T21:58:05.315" v="3907" actId="2696"/>
        <pc:sldMkLst>
          <pc:docMk/>
          <pc:sldMk cId="4053644750" sldId="262"/>
        </pc:sldMkLst>
      </pc:sldChg>
      <pc:sldChg chg="del">
        <pc:chgData name="Torbjørn Skardhamar" userId="a33c437c-465e-42c1-b920-4fca17f18356" providerId="ADAL" clId="{AC151513-0271-429E-A1AD-69095EF5EA80}" dt="2020-02-11T21:58:00.378" v="3905" actId="2696"/>
        <pc:sldMkLst>
          <pc:docMk/>
          <pc:sldMk cId="673348241" sldId="263"/>
        </pc:sldMkLst>
      </pc:sldChg>
      <pc:sldChg chg="del">
        <pc:chgData name="Torbjørn Skardhamar" userId="a33c437c-465e-42c1-b920-4fca17f18356" providerId="ADAL" clId="{AC151513-0271-429E-A1AD-69095EF5EA80}" dt="2020-02-11T21:58:02.436" v="3906" actId="2696"/>
        <pc:sldMkLst>
          <pc:docMk/>
          <pc:sldMk cId="2778758652" sldId="264"/>
        </pc:sldMkLst>
      </pc:sldChg>
      <pc:sldChg chg="del">
        <pc:chgData name="Torbjørn Skardhamar" userId="a33c437c-465e-42c1-b920-4fca17f18356" providerId="ADAL" clId="{AC151513-0271-429E-A1AD-69095EF5EA80}" dt="2020-02-11T21:57:45.340" v="3904" actId="2696"/>
        <pc:sldMkLst>
          <pc:docMk/>
          <pc:sldMk cId="885340139" sldId="265"/>
        </pc:sldMkLst>
      </pc:sldChg>
      <pc:sldChg chg="modSp add">
        <pc:chgData name="Torbjørn Skardhamar" userId="a33c437c-465e-42c1-b920-4fca17f18356" providerId="ADAL" clId="{AC151513-0271-429E-A1AD-69095EF5EA80}" dt="2020-02-11T21:07:46.660" v="1476" actId="20577"/>
        <pc:sldMkLst>
          <pc:docMk/>
          <pc:sldMk cId="599909142" sldId="266"/>
        </pc:sldMkLst>
      </pc:sldChg>
      <pc:sldChg chg="add del">
        <pc:chgData name="Torbjørn Skardhamar" userId="a33c437c-465e-42c1-b920-4fca17f18356" providerId="ADAL" clId="{AC151513-0271-429E-A1AD-69095EF5EA80}" dt="2020-02-11T20:43:02.070" v="334" actId="2696"/>
        <pc:sldMkLst>
          <pc:docMk/>
          <pc:sldMk cId="1249034469" sldId="266"/>
        </pc:sldMkLst>
      </pc:sldChg>
      <pc:sldChg chg="modSp add">
        <pc:chgData name="Torbjørn Skardhamar" userId="a33c437c-465e-42c1-b920-4fca17f18356" providerId="ADAL" clId="{AC151513-0271-429E-A1AD-69095EF5EA80}" dt="2020-02-11T22:07:49.557" v="4660" actId="20577"/>
        <pc:sldMkLst>
          <pc:docMk/>
          <pc:sldMk cId="3706758845" sldId="267"/>
        </pc:sldMkLst>
      </pc:sldChg>
      <pc:sldChg chg="addSp delSp modSp add">
        <pc:chgData name="Torbjørn Skardhamar" userId="a33c437c-465e-42c1-b920-4fca17f18356" providerId="ADAL" clId="{AC151513-0271-429E-A1AD-69095EF5EA80}" dt="2020-02-11T22:07:01.887" v="4629" actId="20577"/>
        <pc:sldMkLst>
          <pc:docMk/>
          <pc:sldMk cId="3528159941" sldId="268"/>
        </pc:sldMkLst>
      </pc:sldChg>
      <pc:sldChg chg="addSp modSp add modAnim">
        <pc:chgData name="Torbjørn Skardhamar" userId="a33c437c-465e-42c1-b920-4fca17f18356" providerId="ADAL" clId="{AC151513-0271-429E-A1AD-69095EF5EA80}" dt="2020-02-11T21:37:03.594" v="2934" actId="167"/>
        <pc:sldMkLst>
          <pc:docMk/>
          <pc:sldMk cId="638720440" sldId="269"/>
        </pc:sldMkLst>
      </pc:sldChg>
      <pc:sldChg chg="modSp add">
        <pc:chgData name="Torbjørn Skardhamar" userId="a33c437c-465e-42c1-b920-4fca17f18356" providerId="ADAL" clId="{AC151513-0271-429E-A1AD-69095EF5EA80}" dt="2020-02-11T21:43:28.705" v="3138" actId="2711"/>
        <pc:sldMkLst>
          <pc:docMk/>
          <pc:sldMk cId="2452389566" sldId="270"/>
        </pc:sldMkLst>
      </pc:sldChg>
      <pc:sldChg chg="modSp add">
        <pc:chgData name="Torbjørn Skardhamar" userId="a33c437c-465e-42c1-b920-4fca17f18356" providerId="ADAL" clId="{AC151513-0271-429E-A1AD-69095EF5EA80}" dt="2020-02-11T21:57:34.264" v="3903" actId="20577"/>
        <pc:sldMkLst>
          <pc:docMk/>
          <pc:sldMk cId="573272311" sldId="271"/>
        </pc:sldMkLst>
      </pc:sldChg>
      <pc:sldChg chg="modSp add">
        <pc:chgData name="Torbjørn Skardhamar" userId="a33c437c-465e-42c1-b920-4fca17f18356" providerId="ADAL" clId="{AC151513-0271-429E-A1AD-69095EF5EA80}" dt="2020-02-11T21:59:03.899" v="3968" actId="20577"/>
        <pc:sldMkLst>
          <pc:docMk/>
          <pc:sldMk cId="1584221420" sldId="272"/>
        </pc:sldMkLst>
      </pc:sldChg>
      <pc:sldChg chg="modSp add">
        <pc:chgData name="Torbjørn Skardhamar" userId="a33c437c-465e-42c1-b920-4fca17f18356" providerId="ADAL" clId="{AC151513-0271-429E-A1AD-69095EF5EA80}" dt="2020-02-11T22:04:53.143" v="4409" actId="20577"/>
        <pc:sldMkLst>
          <pc:docMk/>
          <pc:sldMk cId="3636108486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78292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5912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8229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9081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20923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5258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91802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3768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08100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46213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9532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3D045-7DD3-4A2A-98D1-12D8573B425A}" type="datetimeFigureOut">
              <a:rPr lang="nb-NO" smtClean="0"/>
              <a:t>03.02.2026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45B94-BC43-4298-9ACF-FB4AB33E4F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14751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err="1"/>
              <a:t>Bagging</a:t>
            </a:r>
            <a:r>
              <a:rPr lang="nb-NO" dirty="0"/>
              <a:t> og Random </a:t>
            </a:r>
            <a:r>
              <a:rPr lang="nb-NO" dirty="0" err="1"/>
              <a:t>forest</a:t>
            </a:r>
            <a:endParaRPr lang="nb-N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SOS2901</a:t>
            </a:r>
          </a:p>
        </p:txBody>
      </p:sp>
    </p:spTree>
    <p:extLst>
      <p:ext uri="{BB962C8B-B14F-4D97-AF65-F5344CB8AC3E}">
        <p14:creationId xmlns:p14="http://schemas.microsoft.com/office/powerpoint/2010/main" val="40285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90" y="0"/>
            <a:ext cx="6586450" cy="72946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Repetisjon: </a:t>
            </a:r>
            <a:r>
              <a:rPr lang="nb-NO" dirty="0" err="1"/>
              <a:t>Klassifikasjonstre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62896" cy="4351338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b-NO" dirty="0"/>
              <a:t>Splitt treningsdata på én variabel slik at utfallsvariabelen blir mest mulig homogent i hver splitt</a:t>
            </a:r>
          </a:p>
          <a:p>
            <a:pPr lvl="1"/>
            <a:r>
              <a:rPr lang="nb-NO" dirty="0" err="1"/>
              <a:t>Parametre</a:t>
            </a:r>
            <a:r>
              <a:rPr lang="nb-NO" dirty="0"/>
              <a:t> for tuning/</a:t>
            </a:r>
            <a:r>
              <a:rPr lang="nb-NO" dirty="0" err="1"/>
              <a:t>pruning</a:t>
            </a:r>
            <a:r>
              <a:rPr lang="nb-NO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For hver gren, gjenta prosedyren inntil </a:t>
            </a:r>
          </a:p>
          <a:p>
            <a:pPr marL="914400" lvl="1" indent="-457200">
              <a:buFont typeface="+mj-lt"/>
              <a:buAutoNum type="alphaLcParenR"/>
            </a:pPr>
            <a:r>
              <a:rPr lang="nb-NO" dirty="0"/>
              <a:t>Helt homogent i hver gruppe</a:t>
            </a:r>
          </a:p>
          <a:p>
            <a:pPr marL="914400" lvl="1" indent="-457200">
              <a:buFont typeface="+mj-lt"/>
              <a:buAutoNum type="alphaLcParenR"/>
            </a:pPr>
            <a:r>
              <a:rPr lang="nb-NO" dirty="0"/>
              <a:t>For få personer igjen </a:t>
            </a:r>
          </a:p>
          <a:p>
            <a:pPr marL="457200" indent="-457200">
              <a:buFont typeface="+mj-lt"/>
              <a:buAutoNum type="arabicPeriod"/>
            </a:pPr>
            <a:r>
              <a:rPr lang="nb-NO" dirty="0"/>
              <a:t>Bruk disse reglene på nye observasjoner (test-data)</a:t>
            </a:r>
          </a:p>
          <a:p>
            <a:pPr marL="457200" indent="-457200">
              <a:buFont typeface="+mj-lt"/>
              <a:buAutoNum type="arabicPeriod"/>
            </a:pPr>
            <a:r>
              <a:rPr lang="nb-NO" dirty="0"/>
              <a:t>Finnes tuning-</a:t>
            </a:r>
            <a:r>
              <a:rPr lang="nb-NO" dirty="0" err="1"/>
              <a:t>parametre</a:t>
            </a:r>
            <a:r>
              <a:rPr lang="nb-NO" dirty="0"/>
              <a:t> vi ikke har snakket om (f.eks. loss-</a:t>
            </a:r>
            <a:r>
              <a:rPr lang="nb-NO" dirty="0" err="1"/>
              <a:t>function</a:t>
            </a:r>
            <a:r>
              <a:rPr lang="nb-NO" dirty="0"/>
              <a:t>)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8447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23913"/>
          </a:xfrm>
        </p:spPr>
        <p:txBody>
          <a:bodyPr/>
          <a:lstStyle/>
          <a:p>
            <a:r>
              <a:rPr lang="nb-NO" dirty="0" err="1"/>
              <a:t>Klassifikasjonstre</a:t>
            </a:r>
            <a:r>
              <a:rPr lang="nb-NO" dirty="0"/>
              <a:t>: fordeler og ulemper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9788" y="1295083"/>
            <a:ext cx="5157787" cy="823912"/>
          </a:xfrm>
        </p:spPr>
        <p:txBody>
          <a:bodyPr/>
          <a:lstStyle/>
          <a:p>
            <a:r>
              <a:rPr lang="nb-NO" dirty="0"/>
              <a:t>Fordeler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39788" y="2118995"/>
            <a:ext cx="5157787" cy="3684588"/>
          </a:xfrm>
        </p:spPr>
        <p:txBody>
          <a:bodyPr/>
          <a:lstStyle/>
          <a:p>
            <a:r>
              <a:rPr lang="nb-NO" dirty="0"/>
              <a:t>Enkel funksjon (tar kort tid)</a:t>
            </a:r>
          </a:p>
          <a:p>
            <a:r>
              <a:rPr lang="nb-NO" dirty="0"/>
              <a:t>Skjønner hva man driver med</a:t>
            </a:r>
          </a:p>
          <a:p>
            <a:r>
              <a:rPr lang="nb-NO" dirty="0"/>
              <a:t>Tolkbar</a:t>
            </a:r>
          </a:p>
          <a:p>
            <a:endParaRPr lang="nb-NO" dirty="0"/>
          </a:p>
          <a:p>
            <a:endParaRPr lang="nb-NO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172200" y="1295083"/>
            <a:ext cx="5183188" cy="823912"/>
          </a:xfrm>
        </p:spPr>
        <p:txBody>
          <a:bodyPr/>
          <a:lstStyle/>
          <a:p>
            <a:r>
              <a:rPr lang="nb-NO" dirty="0"/>
              <a:t>Ulemper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118995"/>
            <a:ext cx="5183188" cy="3684588"/>
          </a:xfrm>
        </p:spPr>
        <p:txBody>
          <a:bodyPr/>
          <a:lstStyle/>
          <a:p>
            <a:r>
              <a:rPr lang="nb-NO"/>
              <a:t>Ustabilt: </a:t>
            </a:r>
            <a:r>
              <a:rPr lang="nb-NO" i="1"/>
              <a:t>Tilfeldigheter</a:t>
            </a:r>
            <a:r>
              <a:rPr lang="nb-NO"/>
              <a:t> i data kan bestemme hver splitt </a:t>
            </a:r>
          </a:p>
          <a:p>
            <a:r>
              <a:rPr lang="nb-NO"/>
              <a:t>(For) grov tilnærming for kontinuerlige variable</a:t>
            </a:r>
          </a:p>
          <a:p>
            <a:endParaRPr lang="nb-NO"/>
          </a:p>
          <a:p>
            <a:endParaRPr lang="nb-NO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553E545-F39F-3FBA-2B70-AFE2230E79A4}"/>
              </a:ext>
            </a:extLst>
          </p:cNvPr>
          <p:cNvSpPr txBox="1">
            <a:spLocks/>
          </p:cNvSpPr>
          <p:nvPr/>
        </p:nvSpPr>
        <p:spPr>
          <a:xfrm>
            <a:off x="836612" y="4087092"/>
            <a:ext cx="10515600" cy="2338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dirty="0"/>
              <a:t>Løsning: Bruk tilfeldig variasjon til å minimere effekt av støy</a:t>
            </a:r>
          </a:p>
          <a:p>
            <a:pPr lvl="1"/>
            <a:r>
              <a:rPr lang="nb-NO" dirty="0" err="1"/>
              <a:t>Bagging</a:t>
            </a:r>
            <a:r>
              <a:rPr lang="nb-NO" dirty="0"/>
              <a:t>, random </a:t>
            </a:r>
            <a:r>
              <a:rPr lang="nb-NO" dirty="0" err="1"/>
              <a:t>forest</a:t>
            </a:r>
            <a:r>
              <a:rPr lang="nb-NO" dirty="0"/>
              <a:t>, </a:t>
            </a:r>
            <a:r>
              <a:rPr lang="nb-NO" dirty="0" err="1"/>
              <a:t>boosting</a:t>
            </a:r>
            <a:r>
              <a:rPr lang="nb-NO" dirty="0"/>
              <a:t>  </a:t>
            </a:r>
          </a:p>
          <a:p>
            <a:pPr lvl="1"/>
            <a:r>
              <a:rPr lang="nb-NO" dirty="0" err="1"/>
              <a:t>Bagging</a:t>
            </a:r>
            <a:r>
              <a:rPr lang="nb-NO" dirty="0"/>
              <a:t> minner litt om </a:t>
            </a:r>
            <a:r>
              <a:rPr lang="nb-NO" dirty="0" err="1"/>
              <a:t>bootstrapping</a:t>
            </a:r>
            <a:r>
              <a:rPr lang="nb-NO" dirty="0"/>
              <a:t> (for de som kjenner til det)</a:t>
            </a:r>
          </a:p>
          <a:p>
            <a:r>
              <a:rPr lang="nb-NO" dirty="0" err="1"/>
              <a:t>Bagging</a:t>
            </a:r>
            <a:r>
              <a:rPr lang="nb-NO" dirty="0"/>
              <a:t> reduserer ustabilitet, dvs. varians i prediksjonen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39497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288"/>
          </a:xfrm>
        </p:spPr>
        <p:txBody>
          <a:bodyPr/>
          <a:lstStyle/>
          <a:p>
            <a:r>
              <a:rPr lang="nb-NO" dirty="0" err="1"/>
              <a:t>Bagging</a:t>
            </a:r>
            <a:r>
              <a:rPr lang="nb-NO" dirty="0"/>
              <a:t>-algoritmen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b-NO" dirty="0"/>
              <a:t>Trekk et tilfeldig utvalg fra data</a:t>
            </a:r>
          </a:p>
          <a:p>
            <a:pPr lvl="1"/>
            <a:r>
              <a:rPr lang="nb-NO" dirty="0"/>
              <a:t>For dette utvalget: </a:t>
            </a:r>
            <a:r>
              <a:rPr lang="nb-NO" dirty="0" err="1"/>
              <a:t>split</a:t>
            </a:r>
            <a:r>
              <a:rPr lang="nb-NO" dirty="0"/>
              <a:t> i to (f.eks. 70/30)</a:t>
            </a:r>
            <a:br>
              <a:rPr lang="nb-NO" dirty="0"/>
            </a:br>
            <a:r>
              <a:rPr lang="nb-NO" dirty="0"/>
              <a:t>testing-data omtales her som </a:t>
            </a:r>
            <a:r>
              <a:rPr lang="nb-NO" dirty="0" err="1"/>
              <a:t>out</a:t>
            </a:r>
            <a:r>
              <a:rPr lang="nb-NO" dirty="0"/>
              <a:t>-of-bag (OOB)</a:t>
            </a:r>
          </a:p>
          <a:p>
            <a:pPr lvl="1"/>
            <a:r>
              <a:rPr lang="nb-NO" dirty="0"/>
              <a:t>Lag et </a:t>
            </a:r>
            <a:r>
              <a:rPr lang="nb-NO" dirty="0" err="1"/>
              <a:t>klassifikasjonstre</a:t>
            </a:r>
            <a:endParaRPr lang="nb-NO" dirty="0"/>
          </a:p>
          <a:p>
            <a:pPr lvl="1"/>
            <a:r>
              <a:rPr lang="nb-NO" dirty="0"/>
              <a:t>Bruk OOB til å gjøre klassifikasjonen – spar på resultatet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Gjenta trinn 1 mange ganger, f.eks. 1000</a:t>
            </a:r>
          </a:p>
          <a:p>
            <a:pPr lvl="1"/>
            <a:r>
              <a:rPr lang="nb-NO" dirty="0"/>
              <a:t>Hvert tre gir litt forskjellig klassifisering av individer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Hver observasjon har blitt brukt til </a:t>
            </a:r>
            <a:r>
              <a:rPr lang="nb-NO" dirty="0" err="1"/>
              <a:t>ca</a:t>
            </a:r>
            <a:r>
              <a:rPr lang="nb-NO" dirty="0"/>
              <a:t> 1000 trær</a:t>
            </a:r>
          </a:p>
          <a:p>
            <a:pPr lvl="1"/>
            <a:r>
              <a:rPr lang="nb-NO" dirty="0"/>
              <a:t>Derav </a:t>
            </a:r>
            <a:r>
              <a:rPr lang="nb-NO" dirty="0" err="1"/>
              <a:t>ca</a:t>
            </a:r>
            <a:r>
              <a:rPr lang="nb-NO" dirty="0"/>
              <a:t> 300 er OOB klassifisering</a:t>
            </a:r>
          </a:p>
          <a:p>
            <a:pPr lvl="1"/>
            <a:r>
              <a:rPr lang="nb-NO" dirty="0"/>
              <a:t>Bare OOB brukes til å angi hvor god modellen er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Endelig klassifisering er en «avstemning» over alle trærne</a:t>
            </a:r>
          </a:p>
          <a:p>
            <a:pPr lvl="1"/>
            <a:r>
              <a:rPr lang="nb-NO" dirty="0"/>
              <a:t>For hver observasjon, tell «stemmer»: tilbakefall eller ikke-tilbakefall? </a:t>
            </a:r>
          </a:p>
          <a:p>
            <a:pPr lvl="1"/>
            <a:r>
              <a:rPr lang="nb-NO" dirty="0"/>
              <a:t>Hvert tre har én stemme per observasjon: Flertallet bestemmer!</a:t>
            </a:r>
          </a:p>
        </p:txBody>
      </p:sp>
    </p:spTree>
    <p:extLst>
      <p:ext uri="{BB962C8B-B14F-4D97-AF65-F5344CB8AC3E}">
        <p14:creationId xmlns:p14="http://schemas.microsoft.com/office/powerpoint/2010/main" val="395650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AE4C-CCB8-57CD-A1FA-0B2F6598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Bagging</a:t>
            </a:r>
            <a:r>
              <a:rPr lang="nb-NO" dirty="0"/>
              <a:t> (forts.)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E9AF2-2C8E-A608-F170-1E7977824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Tolkning er vanskelig</a:t>
            </a:r>
          </a:p>
          <a:p>
            <a:pPr lvl="1"/>
            <a:r>
              <a:rPr lang="nb-NO" dirty="0"/>
              <a:t>Ikke et enkelt tre som kan tolkes alene</a:t>
            </a:r>
          </a:p>
          <a:p>
            <a:pPr lvl="1"/>
            <a:r>
              <a:rPr lang="nb-NO" dirty="0"/>
              <a:t>Finnes ikke noe slikt som et «gjennomsnitt» av trær </a:t>
            </a:r>
          </a:p>
          <a:p>
            <a:pPr marL="457200" lvl="1" indent="0">
              <a:buNone/>
            </a:pPr>
            <a:r>
              <a:rPr lang="nb-NO" dirty="0">
                <a:sym typeface="Wingdings" panose="05000000000000000000" pitchFamily="2" charset="2"/>
              </a:rPr>
              <a:t> </a:t>
            </a:r>
            <a:r>
              <a:rPr lang="nb-NO" dirty="0"/>
              <a:t>«Black </a:t>
            </a:r>
            <a:r>
              <a:rPr lang="nb-NO" dirty="0" err="1"/>
              <a:t>box</a:t>
            </a:r>
            <a:r>
              <a:rPr lang="nb-NO" dirty="0"/>
              <a:t>» </a:t>
            </a:r>
          </a:p>
          <a:p>
            <a:r>
              <a:rPr lang="nb-NO" dirty="0"/>
              <a:t>Vil ikke alltid hjelpe </a:t>
            </a:r>
          </a:p>
          <a:p>
            <a:pPr lvl="1"/>
            <a:r>
              <a:rPr lang="nb-NO" dirty="0"/>
              <a:t>ved faktisk linearitet</a:t>
            </a:r>
          </a:p>
          <a:p>
            <a:pPr lvl="1"/>
            <a:r>
              <a:rPr lang="nb-NO" dirty="0"/>
              <a:t>ved </a:t>
            </a:r>
            <a:r>
              <a:rPr lang="nb-NO" dirty="0" err="1"/>
              <a:t>step-functions</a:t>
            </a:r>
            <a:r>
              <a:rPr lang="nb-NO" dirty="0"/>
              <a:t> (skarpe nivåskiller </a:t>
            </a:r>
            <a:r>
              <a:rPr lang="nb-NO" dirty="0" err="1"/>
              <a:t>etc</a:t>
            </a:r>
            <a:r>
              <a:rPr lang="nb-NO" dirty="0"/>
              <a:t>) </a:t>
            </a:r>
          </a:p>
          <a:p>
            <a:pPr lvl="1"/>
            <a:r>
              <a:rPr lang="nb-NO" dirty="0"/>
              <a:t>Kan gi problemer med små datasett: trenger variasjon 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27694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288"/>
          </a:xfrm>
        </p:spPr>
        <p:txBody>
          <a:bodyPr>
            <a:normAutofit/>
          </a:bodyPr>
          <a:lstStyle/>
          <a:p>
            <a:r>
              <a:rPr lang="nb-NO" dirty="0"/>
              <a:t>Random Forest: </a:t>
            </a:r>
            <a:r>
              <a:rPr lang="nb-NO" dirty="0" err="1"/>
              <a:t>bagging</a:t>
            </a:r>
            <a:r>
              <a:rPr lang="nb-NO" dirty="0"/>
              <a:t> – men </a:t>
            </a:r>
            <a:r>
              <a:rPr lang="nb-NO" b="1" u="sng" dirty="0"/>
              <a:t>færre</a:t>
            </a:r>
            <a:r>
              <a:rPr lang="nb-NO" dirty="0"/>
              <a:t> variable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>
            <a:normAutofit/>
          </a:bodyPr>
          <a:lstStyle/>
          <a:p>
            <a:r>
              <a:rPr lang="nb-NO" dirty="0"/>
              <a:t>For </a:t>
            </a:r>
            <a:r>
              <a:rPr lang="nb-NO" b="1" dirty="0"/>
              <a:t>hver splitt</a:t>
            </a:r>
            <a:r>
              <a:rPr lang="nb-NO" dirty="0"/>
              <a:t> i </a:t>
            </a:r>
            <a:r>
              <a:rPr lang="nb-NO" b="1" dirty="0"/>
              <a:t>hvert</a:t>
            </a:r>
            <a:r>
              <a:rPr lang="nb-NO" dirty="0"/>
              <a:t> </a:t>
            </a:r>
            <a:r>
              <a:rPr lang="nb-NO" dirty="0" err="1"/>
              <a:t>klassifikasjonstre</a:t>
            </a:r>
            <a:r>
              <a:rPr lang="nb-NO" dirty="0"/>
              <a:t> </a:t>
            </a:r>
          </a:p>
          <a:p>
            <a:pPr lvl="1"/>
            <a:r>
              <a:rPr lang="nb-NO" dirty="0"/>
              <a:t>Trekk tilfeldig noen </a:t>
            </a:r>
            <a:r>
              <a:rPr lang="nb-NO" b="1" dirty="0"/>
              <a:t>ganske få</a:t>
            </a:r>
            <a:r>
              <a:rPr lang="nb-NO" dirty="0"/>
              <a:t> </a:t>
            </a:r>
            <a:r>
              <a:rPr lang="nb-NO" dirty="0" err="1"/>
              <a:t>prediktorer</a:t>
            </a:r>
            <a:r>
              <a:rPr lang="nb-NO" dirty="0"/>
              <a:t> (variable), f.eks. 3</a:t>
            </a:r>
          </a:p>
          <a:p>
            <a:pPr lvl="1"/>
            <a:r>
              <a:rPr lang="nb-NO" dirty="0"/>
              <a:t>Bruk kun disse til å lage den splitten </a:t>
            </a:r>
          </a:p>
          <a:p>
            <a:endParaRPr lang="nb-NO" dirty="0"/>
          </a:p>
          <a:p>
            <a:r>
              <a:rPr lang="nb-NO" dirty="0"/>
              <a:t>Hvorfor? </a:t>
            </a:r>
          </a:p>
          <a:p>
            <a:pPr lvl="1"/>
            <a:r>
              <a:rPr lang="nb-NO" dirty="0"/>
              <a:t>Noen variable kan sette mindre viktige variable helt i skyggen </a:t>
            </a:r>
          </a:p>
          <a:p>
            <a:pPr lvl="1"/>
            <a:r>
              <a:rPr lang="nb-NO" dirty="0"/>
              <a:t>Bruke færre variable gjør at alle variable bidrar </a:t>
            </a:r>
          </a:p>
          <a:p>
            <a:pPr lvl="1"/>
            <a:r>
              <a:rPr lang="nb-NO" dirty="0"/>
              <a:t>Små effekter kan vises over mange trær </a:t>
            </a:r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9990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92F86-190F-442D-946E-E7D89ADF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GB" dirty="0"/>
              <a:t>Random Forest </a:t>
            </a:r>
            <a:r>
              <a:rPr lang="en-GB" dirty="0" err="1"/>
              <a:t>oppsummert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335E4-F4B4-4013-AD4E-B532DF38E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493"/>
            <a:ext cx="10515600" cy="4727470"/>
          </a:xfrm>
        </p:spPr>
        <p:txBody>
          <a:bodyPr>
            <a:normAutofit fontScale="92500" lnSpcReduction="10000"/>
          </a:bodyPr>
          <a:lstStyle/>
          <a:p>
            <a:r>
              <a:rPr lang="en-GB" dirty="0" err="1"/>
              <a:t>Fordeler</a:t>
            </a:r>
            <a:r>
              <a:rPr lang="en-GB" dirty="0"/>
              <a:t>:</a:t>
            </a:r>
          </a:p>
          <a:p>
            <a:pPr lvl="1"/>
            <a:r>
              <a:rPr lang="en-GB" dirty="0" err="1"/>
              <a:t>Omgår</a:t>
            </a:r>
            <a:r>
              <a:rPr lang="en-GB" dirty="0"/>
              <a:t> </a:t>
            </a:r>
            <a:r>
              <a:rPr lang="en-GB" dirty="0" err="1"/>
              <a:t>ustabilitet</a:t>
            </a:r>
            <a:r>
              <a:rPr lang="en-GB" dirty="0"/>
              <a:t> </a:t>
            </a:r>
            <a:r>
              <a:rPr lang="en-GB" dirty="0" err="1"/>
              <a:t>ved</a:t>
            </a:r>
            <a:r>
              <a:rPr lang="en-GB" dirty="0"/>
              <a:t> </a:t>
            </a:r>
            <a:r>
              <a:rPr lang="en-GB" dirty="0" err="1"/>
              <a:t>tilfeldigheter</a:t>
            </a:r>
            <a:r>
              <a:rPr lang="en-GB" dirty="0"/>
              <a:t> i data (bagging)</a:t>
            </a:r>
          </a:p>
          <a:p>
            <a:pPr lvl="1"/>
            <a:r>
              <a:rPr lang="en-GB" dirty="0"/>
              <a:t>Mange </a:t>
            </a:r>
            <a:r>
              <a:rPr lang="en-GB" dirty="0" err="1"/>
              <a:t>trær</a:t>
            </a:r>
            <a:r>
              <a:rPr lang="en-GB" dirty="0"/>
              <a:t> </a:t>
            </a:r>
            <a:r>
              <a:rPr lang="en-GB" dirty="0" err="1"/>
              <a:t>fanger</a:t>
            </a:r>
            <a:r>
              <a:rPr lang="en-GB" dirty="0"/>
              <a:t> om </a:t>
            </a:r>
            <a:r>
              <a:rPr lang="en-GB" dirty="0" err="1"/>
              <a:t>nyanser</a:t>
            </a:r>
            <a:r>
              <a:rPr lang="en-GB" dirty="0"/>
              <a:t> i </a:t>
            </a:r>
            <a:r>
              <a:rPr lang="en-GB" dirty="0" err="1"/>
              <a:t>funksjonsform</a:t>
            </a:r>
            <a:r>
              <a:rPr lang="en-GB" dirty="0"/>
              <a:t> for </a:t>
            </a:r>
            <a:r>
              <a:rPr lang="en-GB" dirty="0" err="1"/>
              <a:t>alle</a:t>
            </a:r>
            <a:r>
              <a:rPr lang="en-GB" dirty="0"/>
              <a:t> X </a:t>
            </a:r>
          </a:p>
          <a:p>
            <a:pPr lvl="1"/>
            <a:r>
              <a:rPr lang="en-GB" dirty="0" err="1"/>
              <a:t>Fanger</a:t>
            </a:r>
            <a:r>
              <a:rPr lang="en-GB" dirty="0"/>
              <a:t> </a:t>
            </a:r>
            <a:r>
              <a:rPr lang="en-GB" dirty="0" err="1"/>
              <a:t>opp</a:t>
            </a:r>
            <a:r>
              <a:rPr lang="en-GB" dirty="0"/>
              <a:t> </a:t>
            </a:r>
            <a:r>
              <a:rPr lang="en-GB" dirty="0" err="1"/>
              <a:t>små</a:t>
            </a:r>
            <a:r>
              <a:rPr lang="en-GB" dirty="0"/>
              <a:t> </a:t>
            </a:r>
            <a:r>
              <a:rPr lang="en-GB" dirty="0" err="1"/>
              <a:t>effekter</a:t>
            </a:r>
            <a:r>
              <a:rPr lang="en-GB" dirty="0"/>
              <a:t> –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være</a:t>
            </a:r>
            <a:r>
              <a:rPr lang="en-GB" dirty="0"/>
              <a:t> </a:t>
            </a:r>
            <a:r>
              <a:rPr lang="en-GB" dirty="0" err="1"/>
              <a:t>viktig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sammen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 err="1"/>
              <a:t>Tilfeldig</a:t>
            </a:r>
            <a:r>
              <a:rPr lang="en-GB" dirty="0"/>
              <a:t> </a:t>
            </a:r>
            <a:r>
              <a:rPr lang="en-GB" dirty="0" err="1"/>
              <a:t>trekning</a:t>
            </a:r>
            <a:r>
              <a:rPr lang="en-GB" dirty="0"/>
              <a:t> </a:t>
            </a:r>
            <a:r>
              <a:rPr lang="en-GB" dirty="0" err="1"/>
              <a:t>av</a:t>
            </a:r>
            <a:r>
              <a:rPr lang="en-GB" dirty="0"/>
              <a:t> </a:t>
            </a:r>
            <a:r>
              <a:rPr lang="en-GB" dirty="0" err="1"/>
              <a:t>observasjoner</a:t>
            </a:r>
            <a:r>
              <a:rPr lang="en-GB" dirty="0"/>
              <a:t> </a:t>
            </a:r>
            <a:r>
              <a:rPr lang="en-GB" b="1" dirty="0" err="1"/>
              <a:t>og</a:t>
            </a:r>
            <a:r>
              <a:rPr lang="en-GB" dirty="0"/>
              <a:t> </a:t>
            </a:r>
            <a:r>
              <a:rPr lang="en-GB" dirty="0" err="1"/>
              <a:t>prediktorer</a:t>
            </a:r>
            <a:r>
              <a:rPr lang="en-GB" dirty="0"/>
              <a:t> </a:t>
            </a:r>
            <a:r>
              <a:rPr lang="en-GB" dirty="0" err="1"/>
              <a:t>gjør</a:t>
            </a:r>
            <a:r>
              <a:rPr lang="en-GB" dirty="0"/>
              <a:t> at </a:t>
            </a:r>
            <a:r>
              <a:rPr lang="en-GB" dirty="0" err="1"/>
              <a:t>trærne</a:t>
            </a:r>
            <a:r>
              <a:rPr lang="en-GB" dirty="0"/>
              <a:t> </a:t>
            </a:r>
            <a:r>
              <a:rPr lang="en-GB" dirty="0" err="1"/>
              <a:t>er</a:t>
            </a:r>
            <a:r>
              <a:rPr lang="en-GB" dirty="0"/>
              <a:t> </a:t>
            </a:r>
            <a:r>
              <a:rPr lang="en-GB" dirty="0" err="1"/>
              <a:t>uavhengig</a:t>
            </a:r>
            <a:r>
              <a:rPr lang="en-GB" dirty="0"/>
              <a:t> </a:t>
            </a:r>
            <a:r>
              <a:rPr lang="en-GB" dirty="0" err="1"/>
              <a:t>av</a:t>
            </a:r>
            <a:r>
              <a:rPr lang="en-GB" dirty="0"/>
              <a:t> </a:t>
            </a:r>
            <a:r>
              <a:rPr lang="en-GB" dirty="0" err="1"/>
              <a:t>hverandre</a:t>
            </a:r>
            <a:r>
              <a:rPr lang="en-GB" dirty="0"/>
              <a:t> </a:t>
            </a:r>
          </a:p>
          <a:p>
            <a:r>
              <a:rPr lang="en-GB" dirty="0"/>
              <a:t>Bruk </a:t>
            </a:r>
            <a:r>
              <a:rPr lang="en-GB" dirty="0" err="1"/>
              <a:t>av</a:t>
            </a:r>
            <a:r>
              <a:rPr lang="en-GB" dirty="0"/>
              <a:t> OOB i </a:t>
            </a:r>
            <a:r>
              <a:rPr lang="en-GB" dirty="0" err="1"/>
              <a:t>hvert</a:t>
            </a:r>
            <a:r>
              <a:rPr lang="en-GB" dirty="0"/>
              <a:t> </a:t>
            </a:r>
            <a:r>
              <a:rPr lang="en-GB" dirty="0" err="1"/>
              <a:t>tre</a:t>
            </a:r>
            <a:r>
              <a:rPr lang="en-GB" dirty="0"/>
              <a:t> </a:t>
            </a:r>
            <a:r>
              <a:rPr lang="en-GB" dirty="0" err="1"/>
              <a:t>gjør</a:t>
            </a:r>
            <a:r>
              <a:rPr lang="en-GB" dirty="0"/>
              <a:t> at man </a:t>
            </a:r>
            <a:r>
              <a:rPr lang="en-GB" dirty="0" err="1"/>
              <a:t>ikke</a:t>
            </a:r>
            <a:r>
              <a:rPr lang="en-GB" dirty="0"/>
              <a:t> </a:t>
            </a:r>
            <a:r>
              <a:rPr lang="en-GB" dirty="0" err="1"/>
              <a:t>trenger</a:t>
            </a:r>
            <a:r>
              <a:rPr lang="en-GB" dirty="0"/>
              <a:t> </a:t>
            </a:r>
            <a:r>
              <a:rPr lang="en-GB" dirty="0" err="1"/>
              <a:t>starte</a:t>
            </a:r>
            <a:r>
              <a:rPr lang="en-GB" dirty="0"/>
              <a:t> med å </a:t>
            </a:r>
            <a:r>
              <a:rPr lang="en-GB" dirty="0" err="1"/>
              <a:t>splitte</a:t>
            </a:r>
            <a:r>
              <a:rPr lang="en-GB" dirty="0"/>
              <a:t> data – OOB </a:t>
            </a:r>
            <a:r>
              <a:rPr lang="en-GB" dirty="0" err="1"/>
              <a:t>estimatene</a:t>
            </a:r>
            <a:r>
              <a:rPr lang="en-GB" dirty="0"/>
              <a:t> er </a:t>
            </a:r>
            <a:r>
              <a:rPr lang="en-GB" dirty="0" err="1"/>
              <a:t>allerede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test-data! </a:t>
            </a:r>
          </a:p>
          <a:p>
            <a:pPr lvl="1"/>
            <a:r>
              <a:rPr lang="en-GB" dirty="0"/>
              <a:t>…men </a:t>
            </a:r>
            <a:r>
              <a:rPr lang="en-GB" dirty="0" err="1"/>
              <a:t>hvis</a:t>
            </a:r>
            <a:r>
              <a:rPr lang="en-GB" dirty="0"/>
              <a:t> </a:t>
            </a:r>
            <a:r>
              <a:rPr lang="en-GB" dirty="0" err="1"/>
              <a:t>mye</a:t>
            </a:r>
            <a:r>
              <a:rPr lang="en-GB" dirty="0"/>
              <a:t> “data-snooping”, </a:t>
            </a:r>
            <a:r>
              <a:rPr lang="en-GB" dirty="0" err="1"/>
              <a:t>så</a:t>
            </a:r>
            <a:r>
              <a:rPr lang="en-GB" dirty="0"/>
              <a:t> </a:t>
            </a:r>
            <a:r>
              <a:rPr lang="en-GB" dirty="0" err="1"/>
              <a:t>trenger</a:t>
            </a:r>
            <a:r>
              <a:rPr lang="en-GB" dirty="0"/>
              <a:t> du </a:t>
            </a:r>
            <a:r>
              <a:rPr lang="en-GB" dirty="0" err="1"/>
              <a:t>nok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ekstra</a:t>
            </a:r>
            <a:r>
              <a:rPr lang="en-GB" dirty="0"/>
              <a:t> test </a:t>
            </a:r>
            <a:r>
              <a:rPr lang="en-GB" dirty="0" err="1"/>
              <a:t>likevel</a:t>
            </a:r>
            <a:r>
              <a:rPr lang="en-GB" dirty="0"/>
              <a:t>…</a:t>
            </a:r>
          </a:p>
          <a:p>
            <a:r>
              <a:rPr lang="en-GB" dirty="0" err="1"/>
              <a:t>Ulempe</a:t>
            </a:r>
            <a:r>
              <a:rPr lang="en-GB" dirty="0"/>
              <a:t>: </a:t>
            </a:r>
            <a:r>
              <a:rPr lang="en-GB" dirty="0" err="1"/>
              <a:t>vanskelig</a:t>
            </a:r>
            <a:r>
              <a:rPr lang="en-GB" dirty="0"/>
              <a:t> å </a:t>
            </a:r>
            <a:r>
              <a:rPr lang="en-GB" dirty="0" err="1"/>
              <a:t>vite</a:t>
            </a:r>
            <a:r>
              <a:rPr lang="en-GB" dirty="0"/>
              <a:t> </a:t>
            </a:r>
            <a:r>
              <a:rPr lang="en-GB" dirty="0" err="1"/>
              <a:t>helt</a:t>
            </a:r>
            <a:r>
              <a:rPr lang="en-GB" dirty="0"/>
              <a:t> </a:t>
            </a:r>
            <a:r>
              <a:rPr lang="en-GB" dirty="0" err="1"/>
              <a:t>hva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skjer</a:t>
            </a:r>
            <a:r>
              <a:rPr lang="en-GB" dirty="0"/>
              <a:t>… (“black box”) </a:t>
            </a:r>
          </a:p>
          <a:p>
            <a:pPr lvl="1"/>
            <a:r>
              <a:rPr lang="en-GB" dirty="0"/>
              <a:t>(Det </a:t>
            </a:r>
            <a:r>
              <a:rPr lang="en-GB" dirty="0" err="1"/>
              <a:t>er</a:t>
            </a:r>
            <a:r>
              <a:rPr lang="en-GB" dirty="0"/>
              <a:t> </a:t>
            </a:r>
            <a:r>
              <a:rPr lang="en-GB" dirty="0" err="1"/>
              <a:t>tema</a:t>
            </a:r>
            <a:r>
              <a:rPr lang="en-GB" dirty="0"/>
              <a:t> </a:t>
            </a:r>
            <a:r>
              <a:rPr lang="en-GB" dirty="0" err="1"/>
              <a:t>neste</a:t>
            </a:r>
            <a:r>
              <a:rPr lang="en-GB" dirty="0"/>
              <a:t> gang)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675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8EA4-8A75-4EFE-ADDB-870C971C5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9222"/>
          </a:xfrm>
        </p:spPr>
        <p:txBody>
          <a:bodyPr/>
          <a:lstStyle/>
          <a:p>
            <a:r>
              <a:rPr lang="en-GB" dirty="0"/>
              <a:t>Random forest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7E472-0A7D-433E-8FC0-AE6B22311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173"/>
            <a:ext cx="10515600" cy="4747790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Resultatet</a:t>
            </a:r>
            <a:r>
              <a:rPr lang="en-GB" dirty="0"/>
              <a:t> </a:t>
            </a:r>
            <a:r>
              <a:rPr lang="en-GB" dirty="0" err="1"/>
              <a:t>av</a:t>
            </a:r>
            <a:r>
              <a:rPr lang="en-GB" dirty="0"/>
              <a:t> random forest </a:t>
            </a:r>
            <a:r>
              <a:rPr lang="en-GB" dirty="0" err="1"/>
              <a:t>påvirkes</a:t>
            </a:r>
            <a:r>
              <a:rPr lang="en-GB" dirty="0"/>
              <a:t> </a:t>
            </a:r>
            <a:r>
              <a:rPr lang="en-GB" dirty="0" err="1"/>
              <a:t>særlig</a:t>
            </a:r>
            <a:r>
              <a:rPr lang="en-GB" dirty="0"/>
              <a:t> </a:t>
            </a:r>
            <a:r>
              <a:rPr lang="en-GB" dirty="0" err="1"/>
              <a:t>av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Antall </a:t>
            </a:r>
            <a:r>
              <a:rPr lang="en-GB" dirty="0" err="1"/>
              <a:t>trær</a:t>
            </a:r>
            <a:r>
              <a:rPr lang="en-GB" dirty="0"/>
              <a:t> 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ntree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Størrelse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tilfeldig</a:t>
            </a:r>
            <a:r>
              <a:rPr lang="en-GB" dirty="0"/>
              <a:t> </a:t>
            </a:r>
            <a:r>
              <a:rPr lang="en-GB" dirty="0" err="1"/>
              <a:t>utvalg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hvert</a:t>
            </a:r>
            <a:r>
              <a:rPr lang="en-GB" dirty="0"/>
              <a:t> </a:t>
            </a:r>
            <a:r>
              <a:rPr lang="en-GB" dirty="0" err="1"/>
              <a:t>tre</a:t>
            </a:r>
            <a:r>
              <a:rPr lang="en-GB" dirty="0"/>
              <a:t> 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sampsize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Antall </a:t>
            </a:r>
            <a:r>
              <a:rPr lang="en-GB" dirty="0" err="1"/>
              <a:t>tilfeldig</a:t>
            </a:r>
            <a:r>
              <a:rPr lang="en-GB" dirty="0"/>
              <a:t> </a:t>
            </a:r>
            <a:r>
              <a:rPr lang="en-GB" dirty="0" err="1"/>
              <a:t>trukne</a:t>
            </a:r>
            <a:r>
              <a:rPr lang="en-GB" dirty="0"/>
              <a:t> </a:t>
            </a:r>
            <a:r>
              <a:rPr lang="en-GB" dirty="0" err="1"/>
              <a:t>prediktorer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hvert</a:t>
            </a:r>
            <a:r>
              <a:rPr lang="en-GB" dirty="0"/>
              <a:t> </a:t>
            </a:r>
            <a:r>
              <a:rPr lang="en-GB" dirty="0" err="1"/>
              <a:t>tre</a:t>
            </a:r>
            <a:r>
              <a:rPr lang="en-GB" dirty="0"/>
              <a:t> 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mtry</a:t>
            </a:r>
            <a:r>
              <a:rPr lang="en-GB" dirty="0"/>
              <a:t>)</a:t>
            </a:r>
          </a:p>
          <a:p>
            <a:r>
              <a:rPr lang="en-GB" dirty="0" err="1"/>
              <a:t>Dette</a:t>
            </a:r>
            <a:r>
              <a:rPr lang="en-GB" dirty="0"/>
              <a:t> </a:t>
            </a:r>
            <a:r>
              <a:rPr lang="en-GB" dirty="0" err="1"/>
              <a:t>er</a:t>
            </a:r>
            <a:r>
              <a:rPr lang="en-GB" dirty="0"/>
              <a:t> “tuning </a:t>
            </a:r>
            <a:r>
              <a:rPr lang="en-GB" dirty="0" err="1"/>
              <a:t>parametre</a:t>
            </a:r>
            <a:r>
              <a:rPr lang="en-GB" dirty="0"/>
              <a:t>” for random forest </a:t>
            </a:r>
          </a:p>
          <a:p>
            <a:pPr lvl="1"/>
            <a:r>
              <a:rPr lang="en-GB" dirty="0" err="1"/>
              <a:t>kompleksitet</a:t>
            </a:r>
            <a:endParaRPr lang="en-GB" dirty="0"/>
          </a:p>
          <a:p>
            <a:pPr lvl="1"/>
            <a:r>
              <a:rPr lang="en-GB" dirty="0" err="1"/>
              <a:t>balanserer</a:t>
            </a:r>
            <a:r>
              <a:rPr lang="en-GB" dirty="0"/>
              <a:t> </a:t>
            </a:r>
            <a:r>
              <a:rPr lang="en-GB" dirty="0" err="1"/>
              <a:t>feilrater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Hvert</a:t>
            </a:r>
            <a:r>
              <a:rPr lang="en-GB" dirty="0"/>
              <a:t> </a:t>
            </a:r>
            <a:r>
              <a:rPr lang="en-GB" dirty="0" err="1"/>
              <a:t>tre</a:t>
            </a:r>
            <a:r>
              <a:rPr lang="en-GB" dirty="0"/>
              <a:t>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også</a:t>
            </a:r>
            <a:r>
              <a:rPr lang="en-GB" dirty="0"/>
              <a:t> </a:t>
            </a:r>
            <a:r>
              <a:rPr lang="en-GB" dirty="0" err="1"/>
              <a:t>justeres</a:t>
            </a:r>
            <a:r>
              <a:rPr lang="en-GB" dirty="0"/>
              <a:t> – men Berk </a:t>
            </a:r>
            <a:r>
              <a:rPr lang="en-GB" dirty="0" err="1"/>
              <a:t>fraråder</a:t>
            </a:r>
            <a:r>
              <a:rPr lang="en-GB" dirty="0"/>
              <a:t> det</a:t>
            </a:r>
          </a:p>
          <a:p>
            <a:endParaRPr lang="en-GB" dirty="0"/>
          </a:p>
          <a:p>
            <a:r>
              <a:rPr lang="en-GB" dirty="0" err="1"/>
              <a:t>Merk</a:t>
            </a:r>
            <a:r>
              <a:rPr lang="en-GB" dirty="0"/>
              <a:t>: </a:t>
            </a:r>
            <a:r>
              <a:rPr lang="en-GB" dirty="0" err="1"/>
              <a:t>tilfeldigheter</a:t>
            </a:r>
            <a:r>
              <a:rPr lang="en-GB" dirty="0"/>
              <a:t> </a:t>
            </a:r>
            <a:r>
              <a:rPr lang="en-GB" dirty="0" err="1"/>
              <a:t>betyr</a:t>
            </a:r>
            <a:r>
              <a:rPr lang="en-GB" dirty="0"/>
              <a:t> at du </a:t>
            </a:r>
            <a:r>
              <a:rPr lang="en-GB" dirty="0" err="1"/>
              <a:t>får</a:t>
            </a:r>
            <a:r>
              <a:rPr lang="en-GB" dirty="0"/>
              <a:t> </a:t>
            </a:r>
            <a:r>
              <a:rPr lang="en-GB" dirty="0" err="1"/>
              <a:t>litt</a:t>
            </a:r>
            <a:r>
              <a:rPr lang="en-GB" dirty="0"/>
              <a:t> </a:t>
            </a:r>
            <a:r>
              <a:rPr lang="en-GB" dirty="0" err="1"/>
              <a:t>forskjellig</a:t>
            </a:r>
            <a:r>
              <a:rPr lang="en-GB" dirty="0"/>
              <a:t> </a:t>
            </a:r>
            <a:r>
              <a:rPr lang="en-GB" dirty="0" err="1"/>
              <a:t>resultat</a:t>
            </a:r>
            <a:r>
              <a:rPr lang="en-GB" dirty="0"/>
              <a:t> </a:t>
            </a:r>
            <a:r>
              <a:rPr lang="en-GB" dirty="0" err="1"/>
              <a:t>hver</a:t>
            </a:r>
            <a:r>
              <a:rPr lang="en-GB" dirty="0"/>
              <a:t> gang. Du </a:t>
            </a:r>
            <a:r>
              <a:rPr lang="en-GB" dirty="0" err="1"/>
              <a:t>får</a:t>
            </a:r>
            <a:r>
              <a:rPr lang="en-GB" dirty="0"/>
              <a:t> </a:t>
            </a:r>
            <a:r>
              <a:rPr lang="en-GB" dirty="0" err="1"/>
              <a:t>også</a:t>
            </a:r>
            <a:r>
              <a:rPr lang="en-GB" dirty="0"/>
              <a:t> </a:t>
            </a:r>
            <a:r>
              <a:rPr lang="en-GB" dirty="0" err="1"/>
              <a:t>forskjellig</a:t>
            </a:r>
            <a:r>
              <a:rPr lang="en-GB" dirty="0"/>
              <a:t> </a:t>
            </a:r>
            <a:r>
              <a:rPr lang="en-GB" dirty="0" err="1"/>
              <a:t>resultat</a:t>
            </a:r>
            <a:r>
              <a:rPr lang="en-GB" dirty="0"/>
              <a:t> </a:t>
            </a:r>
            <a:r>
              <a:rPr lang="en-GB" dirty="0" err="1"/>
              <a:t>fra</a:t>
            </a:r>
            <a:r>
              <a:rPr lang="en-GB" dirty="0"/>
              <a:t> sideman. 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seed(42)</a:t>
            </a:r>
            <a:r>
              <a:rPr lang="en-GB" dirty="0"/>
              <a:t> </a:t>
            </a:r>
            <a:r>
              <a:rPr lang="en-GB" dirty="0" err="1"/>
              <a:t>gir</a:t>
            </a:r>
            <a:r>
              <a:rPr lang="en-GB" dirty="0"/>
              <a:t> </a:t>
            </a:r>
            <a:r>
              <a:rPr lang="en-GB" dirty="0" err="1"/>
              <a:t>likt</a:t>
            </a:r>
            <a:r>
              <a:rPr lang="en-GB" dirty="0"/>
              <a:t> </a:t>
            </a:r>
            <a:r>
              <a:rPr lang="en-GB" dirty="0" err="1"/>
              <a:t>resultat</a:t>
            </a:r>
            <a:r>
              <a:rPr lang="en-GB" dirty="0"/>
              <a:t> </a:t>
            </a:r>
            <a:r>
              <a:rPr lang="en-GB" dirty="0" err="1"/>
              <a:t>hver</a:t>
            </a:r>
            <a:r>
              <a:rPr lang="en-GB" dirty="0"/>
              <a:t> gang – </a:t>
            </a:r>
            <a:r>
              <a:rPr lang="en-GB" dirty="0" err="1"/>
              <a:t>hvis</a:t>
            </a:r>
            <a:r>
              <a:rPr lang="en-GB" dirty="0"/>
              <a:t> det </a:t>
            </a:r>
            <a:r>
              <a:rPr lang="en-GB" dirty="0" err="1"/>
              <a:t>er</a:t>
            </a:r>
            <a:r>
              <a:rPr lang="en-GB" dirty="0"/>
              <a:t> </a:t>
            </a:r>
            <a:r>
              <a:rPr lang="en-GB" dirty="0" err="1"/>
              <a:t>ønskelig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8159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18A2F7-1DC0-42FE-AF76-2E5CFFD12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679" y="4019737"/>
            <a:ext cx="4741334" cy="1171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1544C7-0A95-4F9F-96A0-BDA31C15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Er</a:t>
            </a:r>
            <a:r>
              <a:rPr lang="en-GB" dirty="0"/>
              <a:t> </a:t>
            </a:r>
            <a:r>
              <a:rPr lang="en-GB" dirty="0" err="1"/>
              <a:t>skogen</a:t>
            </a:r>
            <a:r>
              <a:rPr lang="en-GB" dirty="0"/>
              <a:t> </a:t>
            </a:r>
            <a:r>
              <a:rPr lang="en-GB" dirty="0" err="1"/>
              <a:t>stor</a:t>
            </a:r>
            <a:r>
              <a:rPr lang="en-GB" dirty="0"/>
              <a:t> </a:t>
            </a:r>
            <a:r>
              <a:rPr lang="en-GB" dirty="0" err="1"/>
              <a:t>nok</a:t>
            </a:r>
            <a:r>
              <a:rPr lang="en-GB" dirty="0"/>
              <a:t>??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2E6F6-8CFB-4593-BC84-CF308A07F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Error rate: </a:t>
            </a:r>
            <a:r>
              <a:rPr lang="en-GB" dirty="0" err="1"/>
              <a:t>andelen</a:t>
            </a:r>
            <a:r>
              <a:rPr lang="en-GB" dirty="0"/>
              <a:t> </a:t>
            </a:r>
            <a:r>
              <a:rPr lang="en-GB" dirty="0" err="1"/>
              <a:t>totalt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er</a:t>
            </a:r>
            <a:r>
              <a:rPr lang="en-GB" dirty="0"/>
              <a:t> </a:t>
            </a:r>
            <a:r>
              <a:rPr lang="en-GB" dirty="0" err="1"/>
              <a:t>feil</a:t>
            </a:r>
            <a:r>
              <a:rPr lang="en-GB" dirty="0"/>
              <a:t> </a:t>
            </a:r>
            <a:r>
              <a:rPr lang="en-GB" dirty="0" err="1"/>
              <a:t>klassifisert</a:t>
            </a:r>
            <a:endParaRPr lang="en-GB" dirty="0"/>
          </a:p>
          <a:p>
            <a:pPr lvl="1"/>
            <a:r>
              <a:rPr lang="en-GB" dirty="0" err="1"/>
              <a:t>Dvs</a:t>
            </a:r>
            <a:r>
              <a:rPr lang="en-GB" dirty="0"/>
              <a:t> (</a:t>
            </a:r>
            <a:r>
              <a:rPr lang="en-GB" dirty="0" err="1"/>
              <a:t>falske</a:t>
            </a:r>
            <a:r>
              <a:rPr lang="en-GB" dirty="0"/>
              <a:t> positive + </a:t>
            </a:r>
            <a:r>
              <a:rPr lang="en-GB" dirty="0" err="1"/>
              <a:t>falske</a:t>
            </a:r>
            <a:r>
              <a:rPr lang="en-GB" dirty="0"/>
              <a:t> negative) / N </a:t>
            </a:r>
          </a:p>
          <a:p>
            <a:r>
              <a:rPr lang="en-GB" dirty="0"/>
              <a:t>Error rate 0/1: </a:t>
            </a:r>
            <a:r>
              <a:rPr lang="en-GB" dirty="0" err="1"/>
              <a:t>Andelen</a:t>
            </a:r>
            <a:r>
              <a:rPr lang="en-GB" dirty="0"/>
              <a:t> </a:t>
            </a:r>
            <a:r>
              <a:rPr lang="en-GB" dirty="0" err="1"/>
              <a:t>feil</a:t>
            </a:r>
            <a:r>
              <a:rPr lang="en-GB" dirty="0"/>
              <a:t> </a:t>
            </a:r>
            <a:r>
              <a:rPr lang="en-GB" dirty="0" err="1"/>
              <a:t>klassifisert</a:t>
            </a:r>
            <a:r>
              <a:rPr lang="en-GB" dirty="0"/>
              <a:t> i </a:t>
            </a:r>
            <a:r>
              <a:rPr lang="en-GB" dirty="0" err="1"/>
              <a:t>hver</a:t>
            </a:r>
            <a:r>
              <a:rPr lang="en-GB" dirty="0"/>
              <a:t> </a:t>
            </a:r>
            <a:r>
              <a:rPr lang="en-GB" dirty="0" err="1"/>
              <a:t>gruppe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Andel</a:t>
            </a:r>
            <a:r>
              <a:rPr lang="en-GB" dirty="0"/>
              <a:t> </a:t>
            </a:r>
            <a:r>
              <a:rPr lang="en-GB" dirty="0" err="1"/>
              <a:t>av</a:t>
            </a:r>
            <a:r>
              <a:rPr lang="en-GB" dirty="0"/>
              <a:t> </a:t>
            </a:r>
            <a:r>
              <a:rPr lang="en-GB" dirty="0" err="1"/>
              <a:t>ikke-tilbakefall</a:t>
            </a:r>
            <a:r>
              <a:rPr lang="en-GB" dirty="0"/>
              <a:t>, </a:t>
            </a:r>
            <a:r>
              <a:rPr lang="en-GB" dirty="0" err="1"/>
              <a:t>klassifisert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tilbakefall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Andel</a:t>
            </a:r>
            <a:r>
              <a:rPr lang="en-GB" dirty="0"/>
              <a:t> </a:t>
            </a:r>
            <a:r>
              <a:rPr lang="en-GB" dirty="0" err="1"/>
              <a:t>av</a:t>
            </a:r>
            <a:r>
              <a:rPr lang="en-GB" dirty="0"/>
              <a:t> </a:t>
            </a:r>
            <a:r>
              <a:rPr lang="en-GB" dirty="0" err="1"/>
              <a:t>tilbakefall</a:t>
            </a:r>
            <a:r>
              <a:rPr lang="en-GB" dirty="0"/>
              <a:t>, </a:t>
            </a:r>
            <a:r>
              <a:rPr lang="en-GB" dirty="0" err="1"/>
              <a:t>klassifisert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ikke-tilbakefall</a:t>
            </a:r>
            <a:endParaRPr lang="en-GB" dirty="0"/>
          </a:p>
          <a:p>
            <a:endParaRPr lang="en-GB" dirty="0"/>
          </a:p>
          <a:p>
            <a:r>
              <a:rPr lang="en-GB" dirty="0"/>
              <a:t>Feil </a:t>
            </a: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variere</a:t>
            </a:r>
            <a:r>
              <a:rPr lang="en-GB" dirty="0"/>
              <a:t> med </a:t>
            </a:r>
            <a:br>
              <a:rPr lang="en-GB" dirty="0"/>
            </a:br>
            <a:r>
              <a:rPr lang="en-GB" dirty="0" err="1"/>
              <a:t>antall</a:t>
            </a:r>
            <a:r>
              <a:rPr lang="en-GB" dirty="0"/>
              <a:t> </a:t>
            </a:r>
            <a:r>
              <a:rPr lang="en-GB" dirty="0" err="1"/>
              <a:t>trær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plot()</a:t>
            </a:r>
          </a:p>
          <a:p>
            <a:pPr lvl="1"/>
            <a:r>
              <a:rPr lang="en-GB" dirty="0"/>
              <a:t>Svart: total error rate</a:t>
            </a:r>
          </a:p>
          <a:p>
            <a:pPr lvl="1"/>
            <a:r>
              <a:rPr lang="en-GB" dirty="0"/>
              <a:t>Rød: error for </a:t>
            </a:r>
            <a:r>
              <a:rPr lang="en-GB" dirty="0" err="1"/>
              <a:t>kategori</a:t>
            </a:r>
            <a:r>
              <a:rPr lang="en-GB" dirty="0"/>
              <a:t> 0</a:t>
            </a:r>
          </a:p>
          <a:p>
            <a:pPr lvl="1"/>
            <a:r>
              <a:rPr lang="en-GB" dirty="0"/>
              <a:t>Grønn error for </a:t>
            </a:r>
            <a:r>
              <a:rPr lang="en-GB" dirty="0" err="1"/>
              <a:t>kategori</a:t>
            </a:r>
            <a:r>
              <a:rPr lang="en-GB" dirty="0"/>
              <a:t> 1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CB383F-8937-4605-82FD-A1625928A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679" y="3562990"/>
            <a:ext cx="4741334" cy="266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2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79566-ED59-44DC-863F-AED5962F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Hva</a:t>
            </a:r>
            <a:r>
              <a:rPr lang="en-GB" dirty="0"/>
              <a:t> med </a:t>
            </a:r>
            <a:r>
              <a:rPr lang="en-GB" dirty="0" err="1"/>
              <a:t>antall</a:t>
            </a:r>
            <a:r>
              <a:rPr lang="en-GB" dirty="0"/>
              <a:t> </a:t>
            </a:r>
            <a:r>
              <a:rPr lang="en-GB" dirty="0" err="1"/>
              <a:t>prediktorer</a:t>
            </a:r>
            <a:r>
              <a:rPr lang="en-GB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EDA01-0074-4CE8-9D34-291987B91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Prøve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feile</a:t>
            </a:r>
            <a:r>
              <a:rPr lang="en-GB" dirty="0"/>
              <a:t>…</a:t>
            </a:r>
          </a:p>
          <a:p>
            <a:pPr lvl="1"/>
            <a:r>
              <a:rPr lang="en-GB" dirty="0" err="1"/>
              <a:t>Justere</a:t>
            </a:r>
            <a:r>
              <a:rPr lang="en-GB" dirty="0"/>
              <a:t>, </a:t>
            </a:r>
            <a:r>
              <a:rPr lang="en-GB" dirty="0" err="1"/>
              <a:t>f.eks</a:t>
            </a:r>
            <a:r>
              <a:rPr lang="en-GB" dirty="0"/>
              <a:t>.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mtry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</a:p>
          <a:p>
            <a:r>
              <a:rPr lang="en-GB" dirty="0" err="1"/>
              <a:t>Egne</a:t>
            </a:r>
            <a:r>
              <a:rPr lang="en-GB" dirty="0"/>
              <a:t> </a:t>
            </a:r>
            <a:r>
              <a:rPr lang="en-GB" dirty="0" err="1"/>
              <a:t>algoritmer</a:t>
            </a:r>
            <a:r>
              <a:rPr lang="en-GB" dirty="0"/>
              <a:t> for å </a:t>
            </a:r>
            <a:r>
              <a:rPr lang="en-GB" dirty="0" err="1"/>
              <a:t>undersøke</a:t>
            </a:r>
            <a:r>
              <a:rPr lang="en-GB" dirty="0"/>
              <a:t> </a:t>
            </a:r>
            <a:r>
              <a:rPr lang="en-GB" dirty="0" err="1"/>
              <a:t>beste</a:t>
            </a:r>
            <a:r>
              <a:rPr lang="en-GB" dirty="0"/>
              <a:t> </a:t>
            </a:r>
            <a:r>
              <a:rPr lang="en-GB" dirty="0" err="1"/>
              <a:t>antall</a:t>
            </a:r>
            <a:endParaRPr lang="en-GB" dirty="0"/>
          </a:p>
          <a:p>
            <a:pPr lvl="1"/>
            <a:r>
              <a:rPr lang="en-GB" dirty="0"/>
              <a:t>(Vi </a:t>
            </a:r>
            <a:r>
              <a:rPr lang="en-GB" dirty="0" err="1"/>
              <a:t>går</a:t>
            </a:r>
            <a:r>
              <a:rPr lang="en-GB" dirty="0"/>
              <a:t> </a:t>
            </a:r>
            <a:r>
              <a:rPr lang="en-GB" dirty="0" err="1"/>
              <a:t>ikke</a:t>
            </a:r>
            <a:r>
              <a:rPr lang="en-GB" dirty="0"/>
              <a:t> inn </a:t>
            </a:r>
            <a:r>
              <a:rPr lang="en-GB" dirty="0" err="1"/>
              <a:t>på</a:t>
            </a:r>
            <a:r>
              <a:rPr lang="en-GB" dirty="0"/>
              <a:t> det)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238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87D2-EE2A-4CE5-91B2-A8B96628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Hvor</a:t>
            </a:r>
            <a:r>
              <a:rPr lang="en-GB" dirty="0"/>
              <a:t> </a:t>
            </a:r>
            <a:r>
              <a:rPr lang="en-GB" dirty="0" err="1"/>
              <a:t>stort</a:t>
            </a:r>
            <a:r>
              <a:rPr lang="en-GB" dirty="0"/>
              <a:t> </a:t>
            </a:r>
            <a:r>
              <a:rPr lang="en-GB" dirty="0" err="1"/>
              <a:t>tilfeldig</a:t>
            </a:r>
            <a:r>
              <a:rPr lang="en-GB" dirty="0"/>
              <a:t> </a:t>
            </a:r>
            <a:r>
              <a:rPr lang="en-GB" dirty="0" err="1"/>
              <a:t>utvalg</a:t>
            </a:r>
            <a:r>
              <a:rPr lang="en-GB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F9D4A-7B28-4FED-BADB-E85F40652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randomForest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 trekker ca 2/3 </a:t>
            </a:r>
            <a:r>
              <a:rPr lang="en-GB" dirty="0" err="1"/>
              <a:t>av</a:t>
            </a:r>
            <a:r>
              <a:rPr lang="en-GB" dirty="0"/>
              <a:t> dataset – lite å </a:t>
            </a:r>
            <a:r>
              <a:rPr lang="en-GB" dirty="0" err="1"/>
              <a:t>hente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å </a:t>
            </a:r>
            <a:r>
              <a:rPr lang="en-GB" dirty="0" err="1"/>
              <a:t>justere</a:t>
            </a:r>
            <a:r>
              <a:rPr lang="en-GB" dirty="0"/>
              <a:t> </a:t>
            </a:r>
            <a:r>
              <a:rPr lang="en-GB" dirty="0" err="1"/>
              <a:t>det</a:t>
            </a:r>
            <a:r>
              <a:rPr lang="en-GB" dirty="0"/>
              <a:t> </a:t>
            </a:r>
            <a:r>
              <a:rPr lang="en-GB" dirty="0" err="1"/>
              <a:t>tallet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sådan</a:t>
            </a:r>
            <a:endParaRPr lang="en-GB" dirty="0"/>
          </a:p>
          <a:p>
            <a:endParaRPr lang="en-GB" dirty="0"/>
          </a:p>
          <a:p>
            <a:r>
              <a:rPr lang="en-GB" dirty="0"/>
              <a:t>Kan </a:t>
            </a:r>
            <a:r>
              <a:rPr lang="en-GB" dirty="0" err="1"/>
              <a:t>også</a:t>
            </a:r>
            <a:r>
              <a:rPr lang="en-GB" dirty="0"/>
              <a:t> </a:t>
            </a:r>
            <a:r>
              <a:rPr lang="en-GB" dirty="0" err="1"/>
              <a:t>angi</a:t>
            </a:r>
            <a:r>
              <a:rPr lang="en-GB" dirty="0"/>
              <a:t> </a:t>
            </a:r>
            <a:r>
              <a:rPr lang="en-GB" dirty="0" err="1"/>
              <a:t>antall</a:t>
            </a:r>
            <a:r>
              <a:rPr lang="en-GB" dirty="0"/>
              <a:t> </a:t>
            </a:r>
            <a:r>
              <a:rPr lang="en-GB" dirty="0" err="1"/>
              <a:t>fra</a:t>
            </a:r>
            <a:r>
              <a:rPr lang="en-GB" dirty="0"/>
              <a:t> </a:t>
            </a:r>
            <a:r>
              <a:rPr lang="en-GB" dirty="0" err="1"/>
              <a:t>hvert</a:t>
            </a:r>
            <a:r>
              <a:rPr lang="en-GB" dirty="0"/>
              <a:t> </a:t>
            </a:r>
            <a:r>
              <a:rPr lang="en-GB" dirty="0" err="1"/>
              <a:t>utfall</a:t>
            </a:r>
            <a:endParaRPr lang="en-GB" dirty="0"/>
          </a:p>
          <a:p>
            <a:r>
              <a:rPr lang="en-GB" dirty="0"/>
              <a:t>Gir </a:t>
            </a:r>
            <a:r>
              <a:rPr lang="en-GB" dirty="0" err="1"/>
              <a:t>mulighet</a:t>
            </a:r>
            <a:r>
              <a:rPr lang="en-GB" dirty="0"/>
              <a:t> for å </a:t>
            </a:r>
            <a:r>
              <a:rPr lang="en-GB" dirty="0" err="1"/>
              <a:t>gi</a:t>
            </a:r>
            <a:r>
              <a:rPr lang="en-GB" dirty="0"/>
              <a:t> </a:t>
            </a:r>
            <a:r>
              <a:rPr lang="en-GB" dirty="0" err="1"/>
              <a:t>utfall</a:t>
            </a:r>
            <a:r>
              <a:rPr lang="en-GB" dirty="0"/>
              <a:t> </a:t>
            </a:r>
            <a:r>
              <a:rPr lang="en-GB" dirty="0" err="1"/>
              <a:t>ulik</a:t>
            </a:r>
            <a:r>
              <a:rPr lang="en-GB" dirty="0"/>
              <a:t> </a:t>
            </a:r>
            <a:r>
              <a:rPr lang="en-GB" dirty="0" err="1"/>
              <a:t>vekt</a:t>
            </a:r>
            <a:endParaRPr lang="en-GB" dirty="0"/>
          </a:p>
          <a:p>
            <a:pPr lvl="1"/>
            <a:r>
              <a:rPr lang="en-GB" dirty="0"/>
              <a:t>Kan </a:t>
            </a:r>
            <a:r>
              <a:rPr lang="en-GB" dirty="0" err="1"/>
              <a:t>trekke</a:t>
            </a:r>
            <a:r>
              <a:rPr lang="en-GB" dirty="0"/>
              <a:t> </a:t>
            </a:r>
            <a:r>
              <a:rPr lang="en-GB" dirty="0" err="1"/>
              <a:t>ulikt</a:t>
            </a:r>
            <a:r>
              <a:rPr lang="en-GB" dirty="0"/>
              <a:t> </a:t>
            </a:r>
            <a:r>
              <a:rPr lang="en-GB" dirty="0" err="1"/>
              <a:t>antall</a:t>
            </a:r>
            <a:r>
              <a:rPr lang="en-GB" dirty="0"/>
              <a:t> for </a:t>
            </a:r>
            <a:r>
              <a:rPr lang="en-GB" dirty="0" err="1"/>
              <a:t>utfallene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…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bekostning</a:t>
            </a:r>
            <a:r>
              <a:rPr lang="en-GB" dirty="0"/>
              <a:t> </a:t>
            </a:r>
            <a:r>
              <a:rPr lang="en-GB" dirty="0" err="1"/>
              <a:t>av</a:t>
            </a:r>
            <a:r>
              <a:rPr lang="en-GB" dirty="0"/>
              <a:t> det </a:t>
            </a:r>
            <a:r>
              <a:rPr lang="en-GB" dirty="0" err="1"/>
              <a:t>andre</a:t>
            </a:r>
            <a:r>
              <a:rPr lang="en-GB" dirty="0"/>
              <a:t> </a:t>
            </a:r>
            <a:r>
              <a:rPr lang="en-GB" dirty="0" err="1"/>
              <a:t>utfallet</a:t>
            </a:r>
            <a:r>
              <a:rPr lang="en-GB" dirty="0"/>
              <a:t> 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sampsize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c(500, 500)</a:t>
            </a:r>
            <a:r>
              <a:rPr lang="en-GB" dirty="0"/>
              <a:t> trekker 500 med y = 0 </a:t>
            </a:r>
            <a:r>
              <a:rPr lang="en-GB" dirty="0" err="1"/>
              <a:t>og</a:t>
            </a:r>
            <a:r>
              <a:rPr lang="en-GB" dirty="0"/>
              <a:t> 500 med y = 1 </a:t>
            </a:r>
          </a:p>
          <a:p>
            <a:pPr lvl="2"/>
            <a:r>
              <a:rPr lang="en-GB" dirty="0"/>
              <a:t>Selv om </a:t>
            </a:r>
            <a:r>
              <a:rPr lang="en-GB" dirty="0" err="1"/>
              <a:t>utfallet</a:t>
            </a:r>
            <a:r>
              <a:rPr lang="en-GB" dirty="0"/>
              <a:t> </a:t>
            </a:r>
            <a:r>
              <a:rPr lang="en-GB" dirty="0" err="1"/>
              <a:t>egentlig</a:t>
            </a:r>
            <a:r>
              <a:rPr lang="en-GB" dirty="0"/>
              <a:t> er </a:t>
            </a:r>
            <a:r>
              <a:rPr lang="en-GB" dirty="0" err="1"/>
              <a:t>mer</a:t>
            </a:r>
            <a:r>
              <a:rPr lang="en-GB" dirty="0"/>
              <a:t> </a:t>
            </a:r>
            <a:r>
              <a:rPr lang="en-GB" dirty="0" err="1"/>
              <a:t>ulikt</a:t>
            </a:r>
            <a:r>
              <a:rPr lang="en-GB" dirty="0"/>
              <a:t> </a:t>
            </a:r>
            <a:r>
              <a:rPr lang="en-GB" dirty="0" err="1"/>
              <a:t>fordelt</a:t>
            </a:r>
            <a:r>
              <a:rPr lang="en-GB" dirty="0"/>
              <a:t> i data! </a:t>
            </a:r>
          </a:p>
          <a:p>
            <a:r>
              <a:rPr lang="en-GB" dirty="0" err="1"/>
              <a:t>Hvordan</a:t>
            </a:r>
            <a:r>
              <a:rPr lang="en-GB" dirty="0"/>
              <a:t> </a:t>
            </a:r>
            <a:r>
              <a:rPr lang="en-GB" dirty="0" err="1"/>
              <a:t>bestemme</a:t>
            </a:r>
            <a:r>
              <a:rPr lang="en-GB" dirty="0"/>
              <a:t>? </a:t>
            </a:r>
          </a:p>
          <a:p>
            <a:pPr lvl="1"/>
            <a:r>
              <a:rPr lang="en-GB" dirty="0" err="1"/>
              <a:t>Blir</a:t>
            </a:r>
            <a:r>
              <a:rPr lang="en-GB" dirty="0"/>
              <a:t> </a:t>
            </a:r>
            <a:r>
              <a:rPr lang="en-GB" dirty="0" err="1"/>
              <a:t>viktigere</a:t>
            </a:r>
            <a:r>
              <a:rPr lang="en-GB" dirty="0"/>
              <a:t> </a:t>
            </a:r>
            <a:r>
              <a:rPr lang="en-GB" dirty="0" err="1"/>
              <a:t>når</a:t>
            </a:r>
            <a:r>
              <a:rPr lang="en-GB" dirty="0"/>
              <a:t> vi </a:t>
            </a:r>
            <a:r>
              <a:rPr lang="en-GB" dirty="0" err="1"/>
              <a:t>kommer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rettferdige</a:t>
            </a:r>
            <a:r>
              <a:rPr lang="en-GB" dirty="0"/>
              <a:t> modeller! </a:t>
            </a:r>
          </a:p>
        </p:txBody>
      </p:sp>
    </p:spTree>
    <p:extLst>
      <p:ext uri="{BB962C8B-B14F-4D97-AF65-F5344CB8AC3E}">
        <p14:creationId xmlns:p14="http://schemas.microsoft.com/office/powerpoint/2010/main" val="57327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2CCB1BA9365C54B9C3EB9E23C1B2633" ma:contentTypeVersion="13" ma:contentTypeDescription="Opprett et nytt dokument." ma:contentTypeScope="" ma:versionID="9556afbe8965700d9d4bb0eb0b62133d">
  <xsd:schema xmlns:xsd="http://www.w3.org/2001/XMLSchema" xmlns:xs="http://www.w3.org/2001/XMLSchema" xmlns:p="http://schemas.microsoft.com/office/2006/metadata/properties" xmlns:ns3="9de6e283-f6b6-4558-8465-801ca1267013" xmlns:ns4="421202cc-cfcf-450e-a55d-9487af6c1599" targetNamespace="http://schemas.microsoft.com/office/2006/metadata/properties" ma:root="true" ma:fieldsID="a71f0175a26bde86733f85ed8a428ee8" ns3:_="" ns4:_="">
    <xsd:import namespace="9de6e283-f6b6-4558-8465-801ca1267013"/>
    <xsd:import namespace="421202cc-cfcf-450e-a55d-9487af6c15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e6e283-f6b6-4558-8465-801ca12670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202cc-cfcf-450e-a55d-9487af6c159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4B5BAF-8454-4874-B5DA-7C971B9408D6}">
  <ds:schemaRefs>
    <ds:schemaRef ds:uri="http://purl.org/dc/terms/"/>
    <ds:schemaRef ds:uri="http://schemas.openxmlformats.org/package/2006/metadata/core-properties"/>
    <ds:schemaRef ds:uri="9de6e283-f6b6-4558-8465-801ca1267013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421202cc-cfcf-450e-a55d-9487af6c159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8147B5B-8601-46CA-BA33-E436825CDF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e6e283-f6b6-4558-8465-801ca1267013"/>
    <ds:schemaRef ds:uri="421202cc-cfcf-450e-a55d-9487af6c15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FBD113-41B0-42E4-8C92-3594A462E2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781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Wingdings</vt:lpstr>
      <vt:lpstr>Office Theme</vt:lpstr>
      <vt:lpstr>Bagging og Random forest</vt:lpstr>
      <vt:lpstr>Repetisjon: Klassifikasjonstre</vt:lpstr>
      <vt:lpstr>Klassifikasjonstre: fordeler og ulemper</vt:lpstr>
      <vt:lpstr>Bagging-algoritmen</vt:lpstr>
      <vt:lpstr>Bagging (forts.)</vt:lpstr>
      <vt:lpstr>Random Forest: bagging – men færre variable</vt:lpstr>
      <vt:lpstr>Random Forest oppsummert</vt:lpstr>
      <vt:lpstr>Random forest </vt:lpstr>
      <vt:lpstr>Er skogen stor nok?? </vt:lpstr>
      <vt:lpstr>Hva med antall prediktorer?</vt:lpstr>
      <vt:lpstr>Hvor stort tilfeldig utvalg?</vt:lpstr>
    </vt:vector>
  </TitlesOfParts>
  <Company>Universitetet i Oslo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</dc:title>
  <dc:creator>Torbjørn Skardhamar</dc:creator>
  <cp:lastModifiedBy>Torbjørn Skardhamar</cp:lastModifiedBy>
  <cp:revision>27</cp:revision>
  <dcterms:created xsi:type="dcterms:W3CDTF">2019-03-21T12:12:11Z</dcterms:created>
  <dcterms:modified xsi:type="dcterms:W3CDTF">2026-02-03T09:06:29Z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0x01010032CCB1BA9365C54B9C3EB9E23C1B2633</vt:lpwstr>
  </property>
</Properties>
</file>