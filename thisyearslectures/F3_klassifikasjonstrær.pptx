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8" r:id="rId6"/>
    <p:sldId id="291" r:id="rId7"/>
    <p:sldId id="290" r:id="rId8"/>
    <p:sldId id="288" r:id="rId9"/>
    <p:sldId id="289" r:id="rId10"/>
    <p:sldId id="272" r:id="rId11"/>
    <p:sldId id="273" r:id="rId12"/>
    <p:sldId id="292" r:id="rId13"/>
    <p:sldId id="257" r:id="rId14"/>
    <p:sldId id="263" r:id="rId15"/>
    <p:sldId id="260" r:id="rId16"/>
    <p:sldId id="262" r:id="rId17"/>
    <p:sldId id="264" r:id="rId18"/>
    <p:sldId id="265" r:id="rId19"/>
    <p:sldId id="268" r:id="rId20"/>
    <p:sldId id="267" r:id="rId21"/>
    <p:sldId id="293" r:id="rId2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FB4BD4-258E-47AD-BE31-81A450590D6F}" v="174" dt="2026-01-26T22:27:20.518"/>
    <p1510:client id="{531AA42C-19D1-40DD-800C-C21B0B34D765}" v="54" dt="2026-01-27T08:56:07.5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bjørn Skardhamar" userId="a33c437c-465e-42c1-b920-4fca17f18356" providerId="ADAL" clId="{3AC9633A-5280-441E-B1B6-8EBD4EE375F1}"/>
    <pc:docChg chg="undo custSel addSld delSld modSld">
      <pc:chgData name="Torbjørn Skardhamar" userId="a33c437c-465e-42c1-b920-4fca17f18356" providerId="ADAL" clId="{3AC9633A-5280-441E-B1B6-8EBD4EE375F1}" dt="2026-01-27T09:13:07.190" v="1198" actId="20577"/>
      <pc:docMkLst>
        <pc:docMk/>
      </pc:docMkLst>
      <pc:sldChg chg="modSp mod">
        <pc:chgData name="Torbjørn Skardhamar" userId="a33c437c-465e-42c1-b920-4fca17f18356" providerId="ADAL" clId="{3AC9633A-5280-441E-B1B6-8EBD4EE375F1}" dt="2026-01-26T13:19:58.186" v="49" actId="20577"/>
        <pc:sldMkLst>
          <pc:docMk/>
          <pc:sldMk cId="143878091" sldId="256"/>
        </pc:sldMkLst>
        <pc:spChg chg="mod">
          <ac:chgData name="Torbjørn Skardhamar" userId="a33c437c-465e-42c1-b920-4fca17f18356" providerId="ADAL" clId="{3AC9633A-5280-441E-B1B6-8EBD4EE375F1}" dt="2026-01-26T09:44:44.904" v="45" actId="20577"/>
          <ac:spMkLst>
            <pc:docMk/>
            <pc:sldMk cId="143878091" sldId="256"/>
            <ac:spMk id="2" creationId="{00000000-0000-0000-0000-000000000000}"/>
          </ac:spMkLst>
        </pc:spChg>
        <pc:spChg chg="mod">
          <ac:chgData name="Torbjørn Skardhamar" userId="a33c437c-465e-42c1-b920-4fca17f18356" providerId="ADAL" clId="{3AC9633A-5280-441E-B1B6-8EBD4EE375F1}" dt="2026-01-26T13:19:58.186" v="49" actId="20577"/>
          <ac:spMkLst>
            <pc:docMk/>
            <pc:sldMk cId="143878091" sldId="256"/>
            <ac:spMk id="3" creationId="{00000000-0000-0000-0000-000000000000}"/>
          </ac:spMkLst>
        </pc:spChg>
      </pc:sldChg>
      <pc:sldChg chg="del">
        <pc:chgData name="Torbjørn Skardhamar" userId="a33c437c-465e-42c1-b920-4fca17f18356" providerId="ADAL" clId="{3AC9633A-5280-441E-B1B6-8EBD4EE375F1}" dt="2026-01-26T09:45:01.709" v="46" actId="47"/>
        <pc:sldMkLst>
          <pc:docMk/>
          <pc:sldMk cId="2006028758" sldId="259"/>
        </pc:sldMkLst>
      </pc:sldChg>
      <pc:sldChg chg="addSp delSp modSp mod delAnim">
        <pc:chgData name="Torbjørn Skardhamar" userId="a33c437c-465e-42c1-b920-4fca17f18356" providerId="ADAL" clId="{3AC9633A-5280-441E-B1B6-8EBD4EE375F1}" dt="2026-01-26T14:48:58.640" v="940" actId="1076"/>
        <pc:sldMkLst>
          <pc:docMk/>
          <pc:sldMk cId="3949024193" sldId="267"/>
        </pc:sldMkLst>
        <pc:spChg chg="add del mod">
          <ac:chgData name="Torbjørn Skardhamar" userId="a33c437c-465e-42c1-b920-4fca17f18356" providerId="ADAL" clId="{3AC9633A-5280-441E-B1B6-8EBD4EE375F1}" dt="2026-01-26T14:48:51.441" v="938" actId="478"/>
          <ac:spMkLst>
            <pc:docMk/>
            <pc:sldMk cId="3949024193" sldId="267"/>
            <ac:spMk id="3" creationId="{37AF75AA-12E2-C4C4-2225-6782079C1F99}"/>
          </ac:spMkLst>
        </pc:spChg>
        <pc:spChg chg="del">
          <ac:chgData name="Torbjørn Skardhamar" userId="a33c437c-465e-42c1-b920-4fca17f18356" providerId="ADAL" clId="{3AC9633A-5280-441E-B1B6-8EBD4EE375F1}" dt="2026-01-26T14:48:34.798" v="934" actId="478"/>
          <ac:spMkLst>
            <pc:docMk/>
            <pc:sldMk cId="3949024193" sldId="267"/>
            <ac:spMk id="7" creationId="{00000000-0000-0000-0000-000000000000}"/>
          </ac:spMkLst>
        </pc:spChg>
        <pc:picChg chg="mod">
          <ac:chgData name="Torbjørn Skardhamar" userId="a33c437c-465e-42c1-b920-4fca17f18356" providerId="ADAL" clId="{3AC9633A-5280-441E-B1B6-8EBD4EE375F1}" dt="2026-01-26T14:48:55.099" v="939" actId="14100"/>
          <ac:picMkLst>
            <pc:docMk/>
            <pc:sldMk cId="3949024193" sldId="267"/>
            <ac:picMk id="5" creationId="{00000000-0000-0000-0000-000000000000}"/>
          </ac:picMkLst>
        </pc:picChg>
        <pc:picChg chg="del">
          <ac:chgData name="Torbjørn Skardhamar" userId="a33c437c-465e-42c1-b920-4fca17f18356" providerId="ADAL" clId="{3AC9633A-5280-441E-B1B6-8EBD4EE375F1}" dt="2026-01-26T14:48:34.798" v="934" actId="478"/>
          <ac:picMkLst>
            <pc:docMk/>
            <pc:sldMk cId="3949024193" sldId="267"/>
            <ac:picMk id="8" creationId="{00000000-0000-0000-0000-000000000000}"/>
          </ac:picMkLst>
        </pc:picChg>
        <pc:picChg chg="mod">
          <ac:chgData name="Torbjørn Skardhamar" userId="a33c437c-465e-42c1-b920-4fca17f18356" providerId="ADAL" clId="{3AC9633A-5280-441E-B1B6-8EBD4EE375F1}" dt="2026-01-26T14:48:58.640" v="940" actId="1076"/>
          <ac:picMkLst>
            <pc:docMk/>
            <pc:sldMk cId="3949024193" sldId="267"/>
            <ac:picMk id="10" creationId="{00000000-0000-0000-0000-000000000000}"/>
          </ac:picMkLst>
        </pc:picChg>
        <pc:picChg chg="del">
          <ac:chgData name="Torbjørn Skardhamar" userId="a33c437c-465e-42c1-b920-4fca17f18356" providerId="ADAL" clId="{3AC9633A-5280-441E-B1B6-8EBD4EE375F1}" dt="2026-01-26T14:48:34.798" v="934" actId="478"/>
          <ac:picMkLst>
            <pc:docMk/>
            <pc:sldMk cId="3949024193" sldId="267"/>
            <ac:picMk id="11" creationId="{00000000-0000-0000-0000-000000000000}"/>
          </ac:picMkLst>
        </pc:picChg>
        <pc:picChg chg="del">
          <ac:chgData name="Torbjørn Skardhamar" userId="a33c437c-465e-42c1-b920-4fca17f18356" providerId="ADAL" clId="{3AC9633A-5280-441E-B1B6-8EBD4EE375F1}" dt="2026-01-26T14:48:38.125" v="935" actId="478"/>
          <ac:picMkLst>
            <pc:docMk/>
            <pc:sldMk cId="3949024193" sldId="267"/>
            <ac:picMk id="12" creationId="{00000000-0000-0000-0000-000000000000}"/>
          </ac:picMkLst>
        </pc:picChg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3039895220" sldId="269"/>
        </pc:sldMkLst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115647916" sldId="270"/>
        </pc:sldMkLst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4000385682" sldId="272"/>
        </pc:sldMkLst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3088102765" sldId="273"/>
        </pc:sldMkLst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1468588754" sldId="274"/>
        </pc:sldMkLst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2747033566" sldId="275"/>
        </pc:sldMkLst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2176714147" sldId="276"/>
        </pc:sldMkLst>
      </pc:sldChg>
      <pc:sldChg chg="add">
        <pc:chgData name="Torbjørn Skardhamar" userId="a33c437c-465e-42c1-b920-4fca17f18356" providerId="ADAL" clId="{3AC9633A-5280-441E-B1B6-8EBD4EE375F1}" dt="2026-01-26T09:47:17.646" v="47"/>
        <pc:sldMkLst>
          <pc:docMk/>
          <pc:sldMk cId="2232710394" sldId="277"/>
        </pc:sldMkLst>
      </pc:sldChg>
      <pc:sldChg chg="addSp modSp new mod modAnim">
        <pc:chgData name="Torbjørn Skardhamar" userId="a33c437c-465e-42c1-b920-4fca17f18356" providerId="ADAL" clId="{3AC9633A-5280-441E-B1B6-8EBD4EE375F1}" dt="2026-01-26T14:10:18.486" v="933" actId="20577"/>
        <pc:sldMkLst>
          <pc:docMk/>
          <pc:sldMk cId="3924827474" sldId="278"/>
        </pc:sldMkLst>
        <pc:spChg chg="mod">
          <ac:chgData name="Torbjørn Skardhamar" userId="a33c437c-465e-42c1-b920-4fca17f18356" providerId="ADAL" clId="{3AC9633A-5280-441E-B1B6-8EBD4EE375F1}" dt="2026-01-26T13:21:13.849" v="71" actId="20577"/>
          <ac:spMkLst>
            <pc:docMk/>
            <pc:sldMk cId="3924827474" sldId="278"/>
            <ac:spMk id="2" creationId="{9075CE83-D4B3-731A-5551-39050409741E}"/>
          </ac:spMkLst>
        </pc:spChg>
        <pc:spChg chg="mod">
          <ac:chgData name="Torbjørn Skardhamar" userId="a33c437c-465e-42c1-b920-4fca17f18356" providerId="ADAL" clId="{3AC9633A-5280-441E-B1B6-8EBD4EE375F1}" dt="2026-01-26T14:10:18.486" v="933" actId="20577"/>
          <ac:spMkLst>
            <pc:docMk/>
            <pc:sldMk cId="3924827474" sldId="278"/>
            <ac:spMk id="3" creationId="{306CDA94-0C27-AAFF-3779-D84F158E650C}"/>
          </ac:spMkLst>
        </pc:spChg>
        <pc:spChg chg="add mod">
          <ac:chgData name="Torbjørn Skardhamar" userId="a33c437c-465e-42c1-b920-4fca17f18356" providerId="ADAL" clId="{3AC9633A-5280-441E-B1B6-8EBD4EE375F1}" dt="2026-01-26T13:30:30.804" v="796" actId="20577"/>
          <ac:spMkLst>
            <pc:docMk/>
            <pc:sldMk cId="3924827474" sldId="278"/>
            <ac:spMk id="4" creationId="{871DB3E6-2FC8-3E45-FEBB-5BD6D286B3C8}"/>
          </ac:spMkLst>
        </pc:spChg>
      </pc:sldChg>
      <pc:sldChg chg="modSp add mod">
        <pc:chgData name="Torbjørn Skardhamar" userId="a33c437c-465e-42c1-b920-4fca17f18356" providerId="ADAL" clId="{3AC9633A-5280-441E-B1B6-8EBD4EE375F1}" dt="2026-01-26T17:49:23.360" v="969" actId="27636"/>
        <pc:sldMkLst>
          <pc:docMk/>
          <pc:sldMk cId="2317416296" sldId="288"/>
        </pc:sldMkLst>
        <pc:spChg chg="mod">
          <ac:chgData name="Torbjørn Skardhamar" userId="a33c437c-465e-42c1-b920-4fca17f18356" providerId="ADAL" clId="{3AC9633A-5280-441E-B1B6-8EBD4EE375F1}" dt="2026-01-26T17:49:23.360" v="969" actId="27636"/>
          <ac:spMkLst>
            <pc:docMk/>
            <pc:sldMk cId="2317416296" sldId="288"/>
            <ac:spMk id="2" creationId="{00000000-0000-0000-0000-000000000000}"/>
          </ac:spMkLst>
        </pc:spChg>
      </pc:sldChg>
      <pc:sldChg chg="addSp delSp modSp new mod modClrScheme chgLayout">
        <pc:chgData name="Torbjørn Skardhamar" userId="a33c437c-465e-42c1-b920-4fca17f18356" providerId="ADAL" clId="{3AC9633A-5280-441E-B1B6-8EBD4EE375F1}" dt="2026-01-26T22:30:01.997" v="1197" actId="14"/>
        <pc:sldMkLst>
          <pc:docMk/>
          <pc:sldMk cId="2723793517" sldId="289"/>
        </pc:sldMkLst>
        <pc:spChg chg="del mod ord">
          <ac:chgData name="Torbjørn Skardhamar" userId="a33c437c-465e-42c1-b920-4fca17f18356" providerId="ADAL" clId="{3AC9633A-5280-441E-B1B6-8EBD4EE375F1}" dt="2026-01-26T17:49:40.077" v="971" actId="700"/>
          <ac:spMkLst>
            <pc:docMk/>
            <pc:sldMk cId="2723793517" sldId="289"/>
            <ac:spMk id="2" creationId="{B661F8FB-5106-2015-5652-6F71EF15A683}"/>
          </ac:spMkLst>
        </pc:spChg>
        <pc:spChg chg="del">
          <ac:chgData name="Torbjørn Skardhamar" userId="a33c437c-465e-42c1-b920-4fca17f18356" providerId="ADAL" clId="{3AC9633A-5280-441E-B1B6-8EBD4EE375F1}" dt="2026-01-26T17:49:40.077" v="971" actId="700"/>
          <ac:spMkLst>
            <pc:docMk/>
            <pc:sldMk cId="2723793517" sldId="289"/>
            <ac:spMk id="3" creationId="{6CE139CE-DE29-1E75-4B6B-D4DE0775F6E7}"/>
          </ac:spMkLst>
        </pc:spChg>
        <pc:spChg chg="del mod ord">
          <ac:chgData name="Torbjørn Skardhamar" userId="a33c437c-465e-42c1-b920-4fca17f18356" providerId="ADAL" clId="{3AC9633A-5280-441E-B1B6-8EBD4EE375F1}" dt="2026-01-26T17:49:40.077" v="971" actId="700"/>
          <ac:spMkLst>
            <pc:docMk/>
            <pc:sldMk cId="2723793517" sldId="289"/>
            <ac:spMk id="4" creationId="{12BB75F7-9E2B-3AC7-13CE-39503A7E5803}"/>
          </ac:spMkLst>
        </pc:spChg>
        <pc:spChg chg="del">
          <ac:chgData name="Torbjørn Skardhamar" userId="a33c437c-465e-42c1-b920-4fca17f18356" providerId="ADAL" clId="{3AC9633A-5280-441E-B1B6-8EBD4EE375F1}" dt="2026-01-26T17:49:40.077" v="971" actId="700"/>
          <ac:spMkLst>
            <pc:docMk/>
            <pc:sldMk cId="2723793517" sldId="289"/>
            <ac:spMk id="5" creationId="{17133DF0-D23F-D33B-DAEA-D50D989C58B9}"/>
          </ac:spMkLst>
        </pc:spChg>
        <pc:spChg chg="del">
          <ac:chgData name="Torbjørn Skardhamar" userId="a33c437c-465e-42c1-b920-4fca17f18356" providerId="ADAL" clId="{3AC9633A-5280-441E-B1B6-8EBD4EE375F1}" dt="2026-01-26T17:49:40.077" v="971" actId="700"/>
          <ac:spMkLst>
            <pc:docMk/>
            <pc:sldMk cId="2723793517" sldId="289"/>
            <ac:spMk id="6" creationId="{C7430F08-0234-BCAB-FABB-07973BF54534}"/>
          </ac:spMkLst>
        </pc:spChg>
        <pc:spChg chg="add mod ord">
          <ac:chgData name="Torbjørn Skardhamar" userId="a33c437c-465e-42c1-b920-4fca17f18356" providerId="ADAL" clId="{3AC9633A-5280-441E-B1B6-8EBD4EE375F1}" dt="2026-01-26T17:49:45.818" v="988" actId="20577"/>
          <ac:spMkLst>
            <pc:docMk/>
            <pc:sldMk cId="2723793517" sldId="289"/>
            <ac:spMk id="7" creationId="{04131FD3-41BA-5269-BA02-A3DD7A58F9DC}"/>
          </ac:spMkLst>
        </pc:spChg>
        <pc:spChg chg="add mod ord">
          <ac:chgData name="Torbjørn Skardhamar" userId="a33c437c-465e-42c1-b920-4fca17f18356" providerId="ADAL" clId="{3AC9633A-5280-441E-B1B6-8EBD4EE375F1}" dt="2026-01-26T22:30:01.997" v="1197" actId="14"/>
          <ac:spMkLst>
            <pc:docMk/>
            <pc:sldMk cId="2723793517" sldId="289"/>
            <ac:spMk id="8" creationId="{34476B4D-505C-5EB6-A4D5-0354DABC485B}"/>
          </ac:spMkLst>
        </pc:spChg>
        <pc:spChg chg="add mod">
          <ac:chgData name="Torbjørn Skardhamar" userId="a33c437c-465e-42c1-b920-4fca17f18356" providerId="ADAL" clId="{3AC9633A-5280-441E-B1B6-8EBD4EE375F1}" dt="2026-01-26T22:29:32.968" v="1157" actId="1076"/>
          <ac:spMkLst>
            <pc:docMk/>
            <pc:sldMk cId="2723793517" sldId="289"/>
            <ac:spMk id="9" creationId="{F86DB21F-7AD2-88DE-BADB-1FD30D95AFB5}"/>
          </ac:spMkLst>
        </pc:spChg>
      </pc:sldChg>
      <pc:sldChg chg="modSp mod">
        <pc:chgData name="Torbjørn Skardhamar" userId="a33c437c-465e-42c1-b920-4fca17f18356" providerId="ADAL" clId="{3AC9633A-5280-441E-B1B6-8EBD4EE375F1}" dt="2026-01-27T09:13:07.190" v="1198" actId="20577"/>
        <pc:sldMkLst>
          <pc:docMk/>
          <pc:sldMk cId="3916910388" sldId="292"/>
        </pc:sldMkLst>
        <pc:spChg chg="mod">
          <ac:chgData name="Torbjørn Skardhamar" userId="a33c437c-465e-42c1-b920-4fca17f18356" providerId="ADAL" clId="{3AC9633A-5280-441E-B1B6-8EBD4EE375F1}" dt="2026-01-27T09:13:07.190" v="1198" actId="20577"/>
          <ac:spMkLst>
            <pc:docMk/>
            <pc:sldMk cId="3916910388" sldId="292"/>
            <ac:spMk id="2" creationId="{D71C07D4-3F0B-CC02-F08D-23AE2090B691}"/>
          </ac:spMkLst>
        </pc:spChg>
      </pc:sldChg>
    </pc:docChg>
  </pc:docChgLst>
  <pc:docChgLst>
    <pc:chgData name="Torbjørn Skardhamar" userId="a33c437c-465e-42c1-b920-4fca17f18356" providerId="ADAL" clId="{627AB3AA-207B-4D0D-99C9-6F522F361ED9}"/>
    <pc:docChg chg="undo custSel addSld delSld modSld sldOrd">
      <pc:chgData name="Torbjørn Skardhamar" userId="a33c437c-465e-42c1-b920-4fca17f18356" providerId="ADAL" clId="{627AB3AA-207B-4D0D-99C9-6F522F361ED9}" dt="2026-01-27T08:56:46.016" v="2483" actId="20577"/>
      <pc:docMkLst>
        <pc:docMk/>
      </pc:docMkLst>
      <pc:sldChg chg="modSp mod">
        <pc:chgData name="Torbjørn Skardhamar" userId="a33c437c-465e-42c1-b920-4fca17f18356" providerId="ADAL" clId="{627AB3AA-207B-4D0D-99C9-6F522F361ED9}" dt="2026-01-27T08:28:48.818" v="2420" actId="20577"/>
        <pc:sldMkLst>
          <pc:docMk/>
          <pc:sldMk cId="1453763202" sldId="257"/>
        </pc:sldMkLst>
        <pc:spChg chg="mod">
          <ac:chgData name="Torbjørn Skardhamar" userId="a33c437c-465e-42c1-b920-4fca17f18356" providerId="ADAL" clId="{627AB3AA-207B-4D0D-99C9-6F522F361ED9}" dt="2026-01-27T08:28:48.818" v="2420" actId="20577"/>
          <ac:spMkLst>
            <pc:docMk/>
            <pc:sldMk cId="1453763202" sldId="257"/>
            <ac:spMk id="3" creationId="{00000000-0000-0000-0000-000000000000}"/>
          </ac:spMkLst>
        </pc:spChg>
      </pc:sldChg>
      <pc:sldChg chg="del">
        <pc:chgData name="Torbjørn Skardhamar" userId="a33c437c-465e-42c1-b920-4fca17f18356" providerId="ADAL" clId="{627AB3AA-207B-4D0D-99C9-6F522F361ED9}" dt="2026-01-27T08:20:13.988" v="1701" actId="47"/>
        <pc:sldMkLst>
          <pc:docMk/>
          <pc:sldMk cId="3370203459" sldId="261"/>
        </pc:sldMkLst>
      </pc:sldChg>
      <pc:sldChg chg="modSp mod">
        <pc:chgData name="Torbjørn Skardhamar" userId="a33c437c-465e-42c1-b920-4fca17f18356" providerId="ADAL" clId="{627AB3AA-207B-4D0D-99C9-6F522F361ED9}" dt="2026-01-27T08:18:39.942" v="1700" actId="14100"/>
        <pc:sldMkLst>
          <pc:docMk/>
          <pc:sldMk cId="1744153558" sldId="262"/>
        </pc:sldMkLst>
        <pc:picChg chg="mod ord">
          <ac:chgData name="Torbjørn Skardhamar" userId="a33c437c-465e-42c1-b920-4fca17f18356" providerId="ADAL" clId="{627AB3AA-207B-4D0D-99C9-6F522F361ED9}" dt="2026-01-27T08:18:39.942" v="1700" actId="14100"/>
          <ac:picMkLst>
            <pc:docMk/>
            <pc:sldMk cId="1744153558" sldId="262"/>
            <ac:picMk id="7" creationId="{00000000-0000-0000-0000-000000000000}"/>
          </ac:picMkLst>
        </pc:picChg>
      </pc:sldChg>
      <pc:sldChg chg="modSp mod">
        <pc:chgData name="Torbjørn Skardhamar" userId="a33c437c-465e-42c1-b920-4fca17f18356" providerId="ADAL" clId="{627AB3AA-207B-4D0D-99C9-6F522F361ED9}" dt="2026-01-27T08:56:46.016" v="2483" actId="20577"/>
        <pc:sldMkLst>
          <pc:docMk/>
          <pc:sldMk cId="1923005945" sldId="264"/>
        </pc:sldMkLst>
        <pc:spChg chg="mod">
          <ac:chgData name="Torbjørn Skardhamar" userId="a33c437c-465e-42c1-b920-4fca17f18356" providerId="ADAL" clId="{627AB3AA-207B-4D0D-99C9-6F522F361ED9}" dt="2026-01-27T08:56:46.016" v="2483" actId="20577"/>
          <ac:spMkLst>
            <pc:docMk/>
            <pc:sldMk cId="1923005945" sldId="264"/>
            <ac:spMk id="3" creationId="{00000000-0000-0000-0000-000000000000}"/>
          </ac:spMkLst>
        </pc:spChg>
      </pc:sldChg>
      <pc:sldChg chg="del">
        <pc:chgData name="Torbjørn Skardhamar" userId="a33c437c-465e-42c1-b920-4fca17f18356" providerId="ADAL" clId="{627AB3AA-207B-4D0D-99C9-6F522F361ED9}" dt="2026-01-27T08:00:34.823" v="1389" actId="47"/>
        <pc:sldMkLst>
          <pc:docMk/>
          <pc:sldMk cId="3039895220" sldId="269"/>
        </pc:sldMkLst>
      </pc:sldChg>
      <pc:sldChg chg="del">
        <pc:chgData name="Torbjørn Skardhamar" userId="a33c437c-465e-42c1-b920-4fca17f18356" providerId="ADAL" clId="{627AB3AA-207B-4D0D-99C9-6F522F361ED9}" dt="2026-01-27T08:00:39.782" v="1390" actId="47"/>
        <pc:sldMkLst>
          <pc:docMk/>
          <pc:sldMk cId="115647916" sldId="270"/>
        </pc:sldMkLst>
      </pc:sldChg>
      <pc:sldChg chg="del">
        <pc:chgData name="Torbjørn Skardhamar" userId="a33c437c-465e-42c1-b920-4fca17f18356" providerId="ADAL" clId="{627AB3AA-207B-4D0D-99C9-6F522F361ED9}" dt="2026-01-27T08:16:16.662" v="1695" actId="47"/>
        <pc:sldMkLst>
          <pc:docMk/>
          <pc:sldMk cId="1468588754" sldId="274"/>
        </pc:sldMkLst>
      </pc:sldChg>
      <pc:sldChg chg="del">
        <pc:chgData name="Torbjørn Skardhamar" userId="a33c437c-465e-42c1-b920-4fca17f18356" providerId="ADAL" clId="{627AB3AA-207B-4D0D-99C9-6F522F361ED9}" dt="2026-01-27T08:00:49.724" v="1391" actId="47"/>
        <pc:sldMkLst>
          <pc:docMk/>
          <pc:sldMk cId="2747033566" sldId="275"/>
        </pc:sldMkLst>
      </pc:sldChg>
      <pc:sldChg chg="del">
        <pc:chgData name="Torbjørn Skardhamar" userId="a33c437c-465e-42c1-b920-4fca17f18356" providerId="ADAL" clId="{627AB3AA-207B-4D0D-99C9-6F522F361ED9}" dt="2026-01-27T08:00:59.005" v="1392" actId="47"/>
        <pc:sldMkLst>
          <pc:docMk/>
          <pc:sldMk cId="2176714147" sldId="276"/>
        </pc:sldMkLst>
      </pc:sldChg>
      <pc:sldChg chg="del">
        <pc:chgData name="Torbjørn Skardhamar" userId="a33c437c-465e-42c1-b920-4fca17f18356" providerId="ADAL" clId="{627AB3AA-207B-4D0D-99C9-6F522F361ED9}" dt="2026-01-27T08:01:00.023" v="1393" actId="47"/>
        <pc:sldMkLst>
          <pc:docMk/>
          <pc:sldMk cId="2232710394" sldId="277"/>
        </pc:sldMkLst>
      </pc:sldChg>
      <pc:sldChg chg="modSp">
        <pc:chgData name="Torbjørn Skardhamar" userId="a33c437c-465e-42c1-b920-4fca17f18356" providerId="ADAL" clId="{627AB3AA-207B-4D0D-99C9-6F522F361ED9}" dt="2026-01-27T07:53:20.267" v="1055" actId="20577"/>
        <pc:sldMkLst>
          <pc:docMk/>
          <pc:sldMk cId="3924827474" sldId="278"/>
        </pc:sldMkLst>
        <pc:spChg chg="mod">
          <ac:chgData name="Torbjørn Skardhamar" userId="a33c437c-465e-42c1-b920-4fca17f18356" providerId="ADAL" clId="{627AB3AA-207B-4D0D-99C9-6F522F361ED9}" dt="2026-01-27T07:53:20.267" v="1055" actId="20577"/>
          <ac:spMkLst>
            <pc:docMk/>
            <pc:sldMk cId="3924827474" sldId="278"/>
            <ac:spMk id="3" creationId="{306CDA94-0C27-AAFF-3779-D84F158E650C}"/>
          </ac:spMkLst>
        </pc:spChg>
      </pc:sldChg>
      <pc:sldChg chg="addSp modSp mod">
        <pc:chgData name="Torbjørn Skardhamar" userId="a33c437c-465e-42c1-b920-4fca17f18356" providerId="ADAL" clId="{627AB3AA-207B-4D0D-99C9-6F522F361ED9}" dt="2026-01-27T08:00:21.506" v="1388" actId="20577"/>
        <pc:sldMkLst>
          <pc:docMk/>
          <pc:sldMk cId="2723793517" sldId="289"/>
        </pc:sldMkLst>
        <pc:spChg chg="add mod">
          <ac:chgData name="Torbjørn Skardhamar" userId="a33c437c-465e-42c1-b920-4fca17f18356" providerId="ADAL" clId="{627AB3AA-207B-4D0D-99C9-6F522F361ED9}" dt="2026-01-27T07:56:42.389" v="1165" actId="313"/>
          <ac:spMkLst>
            <pc:docMk/>
            <pc:sldMk cId="2723793517" sldId="289"/>
            <ac:spMk id="2" creationId="{BDC2BD8D-FF69-000C-2049-9544E009DD26}"/>
          </ac:spMkLst>
        </pc:spChg>
        <pc:spChg chg="mod">
          <ac:chgData name="Torbjørn Skardhamar" userId="a33c437c-465e-42c1-b920-4fca17f18356" providerId="ADAL" clId="{627AB3AA-207B-4D0D-99C9-6F522F361ED9}" dt="2026-01-27T08:00:21.506" v="1388" actId="20577"/>
          <ac:spMkLst>
            <pc:docMk/>
            <pc:sldMk cId="2723793517" sldId="289"/>
            <ac:spMk id="8" creationId="{34476B4D-505C-5EB6-A4D5-0354DABC485B}"/>
          </ac:spMkLst>
        </pc:spChg>
        <pc:spChg chg="mod">
          <ac:chgData name="Torbjørn Skardhamar" userId="a33c437c-465e-42c1-b920-4fca17f18356" providerId="ADAL" clId="{627AB3AA-207B-4D0D-99C9-6F522F361ED9}" dt="2026-01-27T07:55:24.111" v="1108" actId="20577"/>
          <ac:spMkLst>
            <pc:docMk/>
            <pc:sldMk cId="2723793517" sldId="289"/>
            <ac:spMk id="9" creationId="{F86DB21F-7AD2-88DE-BADB-1FD30D95AFB5}"/>
          </ac:spMkLst>
        </pc:spChg>
        <pc:picChg chg="add mod">
          <ac:chgData name="Torbjørn Skardhamar" userId="a33c437c-465e-42c1-b920-4fca17f18356" providerId="ADAL" clId="{627AB3AA-207B-4D0D-99C9-6F522F361ED9}" dt="2026-01-27T07:58:03.291" v="1169" actId="14100"/>
          <ac:picMkLst>
            <pc:docMk/>
            <pc:sldMk cId="2723793517" sldId="289"/>
            <ac:picMk id="4" creationId="{6745FEEA-4201-C865-6813-1D7B06957464}"/>
          </ac:picMkLst>
        </pc:picChg>
      </pc:sldChg>
      <pc:sldChg chg="modSp new mod">
        <pc:chgData name="Torbjørn Skardhamar" userId="a33c437c-465e-42c1-b920-4fca17f18356" providerId="ADAL" clId="{627AB3AA-207B-4D0D-99C9-6F522F361ED9}" dt="2026-01-27T07:48:47.054" v="662" actId="20577"/>
        <pc:sldMkLst>
          <pc:docMk/>
          <pc:sldMk cId="1017506654" sldId="290"/>
        </pc:sldMkLst>
        <pc:spChg chg="mod">
          <ac:chgData name="Torbjørn Skardhamar" userId="a33c437c-465e-42c1-b920-4fca17f18356" providerId="ADAL" clId="{627AB3AA-207B-4D0D-99C9-6F522F361ED9}" dt="2026-01-27T07:39:38.961" v="64" actId="114"/>
          <ac:spMkLst>
            <pc:docMk/>
            <pc:sldMk cId="1017506654" sldId="290"/>
            <ac:spMk id="2" creationId="{57EE763B-536D-3862-E9D0-B7F4315C17C7}"/>
          </ac:spMkLst>
        </pc:spChg>
        <pc:spChg chg="mod">
          <ac:chgData name="Torbjørn Skardhamar" userId="a33c437c-465e-42c1-b920-4fca17f18356" providerId="ADAL" clId="{627AB3AA-207B-4D0D-99C9-6F522F361ED9}" dt="2026-01-27T07:48:47.054" v="662" actId="20577"/>
          <ac:spMkLst>
            <pc:docMk/>
            <pc:sldMk cId="1017506654" sldId="290"/>
            <ac:spMk id="3" creationId="{44DCC5C7-1176-97E6-6CAD-D8CB20B84A0F}"/>
          </ac:spMkLst>
        </pc:spChg>
      </pc:sldChg>
      <pc:sldChg chg="modSp new mod ord">
        <pc:chgData name="Torbjørn Skardhamar" userId="a33c437c-465e-42c1-b920-4fca17f18356" providerId="ADAL" clId="{627AB3AA-207B-4D0D-99C9-6F522F361ED9}" dt="2026-01-27T07:52:41.361" v="1007" actId="20577"/>
        <pc:sldMkLst>
          <pc:docMk/>
          <pc:sldMk cId="3327639102" sldId="291"/>
        </pc:sldMkLst>
        <pc:spChg chg="mod">
          <ac:chgData name="Torbjørn Skardhamar" userId="a33c437c-465e-42c1-b920-4fca17f18356" providerId="ADAL" clId="{627AB3AA-207B-4D0D-99C9-6F522F361ED9}" dt="2026-01-27T07:43:49.502" v="614" actId="20577"/>
          <ac:spMkLst>
            <pc:docMk/>
            <pc:sldMk cId="3327639102" sldId="291"/>
            <ac:spMk id="2" creationId="{12A6BA09-FB47-A904-CA50-F09D396DA542}"/>
          </ac:spMkLst>
        </pc:spChg>
        <pc:spChg chg="mod">
          <ac:chgData name="Torbjørn Skardhamar" userId="a33c437c-465e-42c1-b920-4fca17f18356" providerId="ADAL" clId="{627AB3AA-207B-4D0D-99C9-6F522F361ED9}" dt="2026-01-27T07:52:41.361" v="1007" actId="20577"/>
          <ac:spMkLst>
            <pc:docMk/>
            <pc:sldMk cId="3327639102" sldId="291"/>
            <ac:spMk id="3" creationId="{9FAD9289-E014-1D07-9B45-0C2C0A9F1645}"/>
          </ac:spMkLst>
        </pc:spChg>
      </pc:sldChg>
      <pc:sldChg chg="modSp new mod ord">
        <pc:chgData name="Torbjørn Skardhamar" userId="a33c437c-465e-42c1-b920-4fca17f18356" providerId="ADAL" clId="{627AB3AA-207B-4D0D-99C9-6F522F361ED9}" dt="2026-01-27T08:27:54.154" v="2375"/>
        <pc:sldMkLst>
          <pc:docMk/>
          <pc:sldMk cId="3916910388" sldId="292"/>
        </pc:sldMkLst>
        <pc:spChg chg="mod">
          <ac:chgData name="Torbjørn Skardhamar" userId="a33c437c-465e-42c1-b920-4fca17f18356" providerId="ADAL" clId="{627AB3AA-207B-4D0D-99C9-6F522F361ED9}" dt="2026-01-27T08:01:12.098" v="1409" actId="20577"/>
          <ac:spMkLst>
            <pc:docMk/>
            <pc:sldMk cId="3916910388" sldId="292"/>
            <ac:spMk id="2" creationId="{D71C07D4-3F0B-CC02-F08D-23AE2090B691}"/>
          </ac:spMkLst>
        </pc:spChg>
        <pc:spChg chg="mod">
          <ac:chgData name="Torbjørn Skardhamar" userId="a33c437c-465e-42c1-b920-4fca17f18356" providerId="ADAL" clId="{627AB3AA-207B-4D0D-99C9-6F522F361ED9}" dt="2026-01-27T08:27:23.948" v="2373" actId="20577"/>
          <ac:spMkLst>
            <pc:docMk/>
            <pc:sldMk cId="3916910388" sldId="292"/>
            <ac:spMk id="3" creationId="{A3B042C7-B510-0665-A7F1-F98335C4EE22}"/>
          </ac:spMkLst>
        </pc:spChg>
      </pc:sldChg>
      <pc:sldChg chg="modSp add mod">
        <pc:chgData name="Torbjørn Skardhamar" userId="a33c437c-465e-42c1-b920-4fca17f18356" providerId="ADAL" clId="{627AB3AA-207B-4D0D-99C9-6F522F361ED9}" dt="2026-01-27T08:22:55.547" v="1999" actId="20577"/>
        <pc:sldMkLst>
          <pc:docMk/>
          <pc:sldMk cId="4023249558" sldId="293"/>
        </pc:sldMkLst>
        <pc:spChg chg="mod">
          <ac:chgData name="Torbjørn Skardhamar" userId="a33c437c-465e-42c1-b920-4fca17f18356" providerId="ADAL" clId="{627AB3AA-207B-4D0D-99C9-6F522F361ED9}" dt="2026-01-27T08:20:27.689" v="1703" actId="6549"/>
          <ac:spMkLst>
            <pc:docMk/>
            <pc:sldMk cId="4023249558" sldId="293"/>
            <ac:spMk id="2" creationId="{0FA8B4E2-2CB6-1F4B-9347-9B4BFC1088C0}"/>
          </ac:spMkLst>
        </pc:spChg>
        <pc:spChg chg="mod">
          <ac:chgData name="Torbjørn Skardhamar" userId="a33c437c-465e-42c1-b920-4fca17f18356" providerId="ADAL" clId="{627AB3AA-207B-4D0D-99C9-6F522F361ED9}" dt="2026-01-27T08:22:55.547" v="1999" actId="20577"/>
          <ac:spMkLst>
            <pc:docMk/>
            <pc:sldMk cId="4023249558" sldId="293"/>
            <ac:spMk id="3" creationId="{7442C2C4-7B28-72BE-147D-63912DD165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1043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1188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37780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9351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1531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97133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36315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56507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6162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97335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7337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85108-56AD-4635-9609-EECA12464EF4}" type="datetimeFigureOut">
              <a:rPr lang="nb-NO" smtClean="0"/>
              <a:t>27.01.2026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92463-E176-4338-822E-4FCBC96D863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70746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err="1"/>
              <a:t>Confusion</a:t>
            </a:r>
            <a:r>
              <a:rPr lang="nb-NO" dirty="0"/>
              <a:t> </a:t>
            </a:r>
            <a:r>
              <a:rPr lang="nb-NO" dirty="0" err="1"/>
              <a:t>matrix</a:t>
            </a:r>
            <a:r>
              <a:rPr lang="nb-NO" dirty="0"/>
              <a:t> mm.</a:t>
            </a:r>
            <a:br>
              <a:rPr lang="nb-NO" dirty="0"/>
            </a:br>
            <a:r>
              <a:rPr lang="nb-NO" dirty="0"/>
              <a:t>Klassifikasjonstrær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SOS2900 forelesning 3</a:t>
            </a:r>
          </a:p>
        </p:txBody>
      </p:sp>
    </p:spTree>
    <p:extLst>
      <p:ext uri="{BB962C8B-B14F-4D97-AF65-F5344CB8AC3E}">
        <p14:creationId xmlns:p14="http://schemas.microsoft.com/office/powerpoint/2010/main" val="143878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CE83-D4B3-731A-5551-390504097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Oppgave, gjennomgang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CDA94-0C27-AAFF-3779-D84F158E6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976"/>
            <a:ext cx="10515600" cy="43449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nb-NO" b="1" dirty="0"/>
              <a:t>Fem utfordringer</a:t>
            </a:r>
            <a:r>
              <a:rPr lang="nb-NO" dirty="0"/>
              <a:t> </a:t>
            </a:r>
            <a:r>
              <a:rPr lang="nb-NO" b="1" dirty="0"/>
              <a:t>(minst):</a:t>
            </a:r>
            <a:endParaRPr lang="nb-NO" dirty="0"/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Vil man ha slike data for nye personer? </a:t>
            </a:r>
          </a:p>
          <a:p>
            <a:pPr lvl="1"/>
            <a:r>
              <a:rPr lang="nb-NO" dirty="0"/>
              <a:t>Omfattende data: intervju og tester av både barn og foreldre. Ikke rutinemessig tilgjengelig. 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Det er ikke benyttet testing/training data </a:t>
            </a:r>
          </a:p>
          <a:p>
            <a:pPr lvl="1"/>
            <a:r>
              <a:rPr lang="nb-NO" dirty="0"/>
              <a:t>Ikke god nok test av modellens pålitelighet </a:t>
            </a:r>
          </a:p>
          <a:p>
            <a:pPr lvl="1"/>
            <a:r>
              <a:rPr lang="nb-NO" dirty="0"/>
              <a:t>Fare for «</a:t>
            </a:r>
            <a:r>
              <a:rPr lang="nb-NO" dirty="0" err="1"/>
              <a:t>overfitting</a:t>
            </a:r>
            <a:r>
              <a:rPr lang="nb-NO" dirty="0"/>
              <a:t>»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Utilstrekkelig vekt på feilrater</a:t>
            </a:r>
          </a:p>
          <a:p>
            <a:pPr lvl="1"/>
            <a:r>
              <a:rPr lang="nb-NO" dirty="0"/>
              <a:t>ROC/AUC er fint… men utilstrekkelig  </a:t>
            </a:r>
          </a:p>
          <a:p>
            <a:pPr lvl="1"/>
            <a:r>
              <a:rPr lang="nb-NO" dirty="0"/>
              <a:t>Predikerer å tilhøre 22% av gruppen (JA/NEI)</a:t>
            </a:r>
          </a:p>
          <a:p>
            <a:pPr lvl="2"/>
            <a:r>
              <a:rPr lang="nb-NO" dirty="0"/>
              <a:t>Hvis </a:t>
            </a:r>
            <a:r>
              <a:rPr lang="nb-NO" b="1" dirty="0"/>
              <a:t>alle</a:t>
            </a:r>
            <a:r>
              <a:rPr lang="nb-NO" dirty="0"/>
              <a:t> klassifiseres som negative, får man 78% </a:t>
            </a:r>
            <a:r>
              <a:rPr lang="nb-NO" dirty="0" err="1"/>
              <a:t>accuracy</a:t>
            </a:r>
            <a:r>
              <a:rPr lang="nb-NO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Uspesifisert tiltak </a:t>
            </a:r>
          </a:p>
          <a:p>
            <a:pPr lvl="1"/>
            <a:r>
              <a:rPr lang="nb-NO" dirty="0"/>
              <a:t>Hva slags forebygging skal gjøres? Kostnader? 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Standard regresjon for prediksjon </a:t>
            </a:r>
          </a:p>
          <a:p>
            <a:pPr lvl="1"/>
            <a:r>
              <a:rPr lang="nb-NO" dirty="0"/>
              <a:t>Det finnes da bedre metoder (som vi skal se på i dette kurset)</a:t>
            </a:r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DB3E6-2FC8-3E45-FEBB-5BD6D286B3C8}"/>
              </a:ext>
            </a:extLst>
          </p:cNvPr>
          <p:cNvSpPr txBox="1"/>
          <p:nvPr/>
        </p:nvSpPr>
        <p:spPr>
          <a:xfrm>
            <a:off x="7270394" y="223837"/>
            <a:ext cx="4366639" cy="175432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nb-NO" b="1" dirty="0"/>
              <a:t>Les </a:t>
            </a:r>
            <a:r>
              <a:rPr lang="nb-NO" b="1" dirty="0" err="1"/>
              <a:t>Caspi</a:t>
            </a:r>
            <a:r>
              <a:rPr lang="nb-NO" b="1" dirty="0"/>
              <a:t> et al (2016) kritisk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b="1" dirty="0"/>
              <a:t>Er prediksjonene pålitelige for nye data? Gi begrunnelse.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b-NO" b="1" dirty="0"/>
              <a:t>Hvis tiltak: er det god nok prediksjon? </a:t>
            </a:r>
            <a:br>
              <a:rPr lang="nb-NO" b="1" dirty="0"/>
            </a:br>
            <a:r>
              <a:rPr lang="nb-NO" b="1" dirty="0"/>
              <a:t>Gi begrunnelse.</a:t>
            </a:r>
          </a:p>
          <a:p>
            <a:endParaRPr lang="nb-NO" b="1" dirty="0"/>
          </a:p>
        </p:txBody>
      </p:sp>
    </p:spTree>
    <p:extLst>
      <p:ext uri="{BB962C8B-B14F-4D97-AF65-F5344CB8AC3E}">
        <p14:creationId xmlns:p14="http://schemas.microsoft.com/office/powerpoint/2010/main" val="392482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6BA09-FB47-A904-CA50-F09D396D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Training – testing – </a:t>
            </a:r>
            <a:r>
              <a:rPr lang="nb-NO" dirty="0" err="1"/>
              <a:t>validation</a:t>
            </a:r>
            <a:r>
              <a:rPr lang="nb-NO" dirty="0"/>
              <a:t>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D9289-E014-1D07-9B45-0C2C0A9F1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Split-sample </a:t>
            </a:r>
            <a:r>
              <a:rPr lang="nb-NO" dirty="0" err="1"/>
              <a:t>apprach</a:t>
            </a:r>
            <a:endParaRPr lang="nb-NO" dirty="0"/>
          </a:p>
          <a:p>
            <a:r>
              <a:rPr lang="nb-NO" dirty="0"/>
              <a:t>Fra totale data:</a:t>
            </a:r>
          </a:p>
          <a:p>
            <a:pPr lvl="1"/>
            <a:r>
              <a:rPr lang="nb-NO" dirty="0"/>
              <a:t>Ca. 70% er training data</a:t>
            </a:r>
          </a:p>
          <a:p>
            <a:pPr lvl="1"/>
            <a:r>
              <a:rPr lang="nb-NO" dirty="0"/>
              <a:t>Ca. 30% er testing data </a:t>
            </a:r>
          </a:p>
          <a:p>
            <a:r>
              <a:rPr lang="nb-NO" dirty="0"/>
              <a:t>Alternativt:</a:t>
            </a:r>
          </a:p>
          <a:p>
            <a:pPr lvl="1"/>
            <a:r>
              <a:rPr lang="nb-NO" dirty="0"/>
              <a:t>Ca. 60% er training data</a:t>
            </a:r>
          </a:p>
          <a:p>
            <a:pPr lvl="1"/>
            <a:r>
              <a:rPr lang="nb-NO" dirty="0"/>
              <a:t>Ca. 20% er testing data</a:t>
            </a:r>
          </a:p>
          <a:p>
            <a:pPr lvl="1"/>
            <a:r>
              <a:rPr lang="nb-NO" dirty="0"/>
              <a:t>Ca. 20% er </a:t>
            </a:r>
            <a:r>
              <a:rPr lang="nb-NO" dirty="0" err="1"/>
              <a:t>validation</a:t>
            </a:r>
            <a:r>
              <a:rPr lang="nb-NO" dirty="0"/>
              <a:t> data </a:t>
            </a:r>
          </a:p>
          <a:p>
            <a:r>
              <a:rPr lang="nb-NO" dirty="0"/>
              <a:t>Ulempe: har du </a:t>
            </a:r>
            <a:r>
              <a:rPr lang="nb-NO" i="1" u="sng" dirty="0"/>
              <a:t>nok</a:t>
            </a:r>
            <a:r>
              <a:rPr lang="nb-NO" dirty="0"/>
              <a:t> data til å dele opp??</a:t>
            </a:r>
          </a:p>
          <a:p>
            <a:pPr lvl="1"/>
            <a:r>
              <a:rPr lang="nb-NO" dirty="0"/>
              <a:t>Alle typer statistiske resultat blir mer ustabile med mindre data</a:t>
            </a:r>
          </a:p>
        </p:txBody>
      </p:sp>
    </p:spTree>
    <p:extLst>
      <p:ext uri="{BB962C8B-B14F-4D97-AF65-F5344CB8AC3E}">
        <p14:creationId xmlns:p14="http://schemas.microsoft.com/office/powerpoint/2010/main" val="332763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E763B-536D-3862-E9D0-B7F4315C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Tillegg: </a:t>
            </a:r>
            <a:r>
              <a:rPr lang="nb-NO" i="1" dirty="0"/>
              <a:t>k</a:t>
            </a:r>
            <a:r>
              <a:rPr lang="nb-NO" dirty="0"/>
              <a:t>-fold cross </a:t>
            </a:r>
            <a:r>
              <a:rPr lang="nb-NO" dirty="0" err="1"/>
              <a:t>validation</a:t>
            </a:r>
            <a:r>
              <a:rPr lang="nb-NO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CC5C7-1176-97E6-6CAD-D8CB20B8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En variant av training/testing splitt:</a:t>
            </a:r>
          </a:p>
          <a:p>
            <a:pPr lvl="1"/>
            <a:r>
              <a:rPr lang="nb-NO" dirty="0"/>
              <a:t>Del datasettet i 10 like store deler (</a:t>
            </a:r>
            <a:r>
              <a:rPr lang="nb-NO" dirty="0" err="1"/>
              <a:t>evt</a:t>
            </a:r>
            <a:r>
              <a:rPr lang="nb-NO" dirty="0"/>
              <a:t> annet antall </a:t>
            </a:r>
            <a:r>
              <a:rPr lang="nb-NO" i="1" dirty="0"/>
              <a:t>k</a:t>
            </a:r>
            <a:r>
              <a:rPr lang="nb-NO" dirty="0"/>
              <a:t>)</a:t>
            </a:r>
          </a:p>
          <a:p>
            <a:pPr lvl="1"/>
            <a:r>
              <a:rPr lang="nb-NO" dirty="0"/>
              <a:t>Hold til side 1 av delene (hold-</a:t>
            </a:r>
            <a:r>
              <a:rPr lang="nb-NO" dirty="0" err="1"/>
              <a:t>out</a:t>
            </a:r>
            <a:r>
              <a:rPr lang="nb-NO" dirty="0"/>
              <a:t> sample)</a:t>
            </a:r>
          </a:p>
          <a:p>
            <a:pPr lvl="1"/>
            <a:r>
              <a:rPr lang="nb-NO" dirty="0"/>
              <a:t>Estimer modellen på de 9 andre </a:t>
            </a:r>
          </a:p>
          <a:p>
            <a:pPr lvl="1"/>
            <a:r>
              <a:rPr lang="nb-NO" dirty="0"/>
              <a:t>Sjekk modellen mot hold-</a:t>
            </a:r>
            <a:r>
              <a:rPr lang="nb-NO" dirty="0" err="1"/>
              <a:t>out</a:t>
            </a:r>
            <a:r>
              <a:rPr lang="nb-NO" dirty="0"/>
              <a:t> sample og spar på resultatet </a:t>
            </a:r>
          </a:p>
          <a:p>
            <a:pPr lvl="1"/>
            <a:r>
              <a:rPr lang="nb-NO" dirty="0"/>
              <a:t>Gjenta for alle 10 delene av dataene </a:t>
            </a:r>
          </a:p>
          <a:p>
            <a:pPr lvl="1"/>
            <a:r>
              <a:rPr lang="nb-NO" dirty="0"/>
              <a:t>Ta gjennomsnittet av resultatene fra hold-</a:t>
            </a:r>
            <a:r>
              <a:rPr lang="nb-NO" dirty="0" err="1"/>
              <a:t>out</a:t>
            </a:r>
            <a:r>
              <a:rPr lang="nb-NO" dirty="0"/>
              <a:t> sample </a:t>
            </a:r>
          </a:p>
          <a:p>
            <a:r>
              <a:rPr lang="nb-NO" dirty="0"/>
              <a:t>Særlig nyttig hvis datasettet er litt lite</a:t>
            </a:r>
          </a:p>
          <a:p>
            <a:pPr lvl="1"/>
            <a:r>
              <a:rPr lang="nb-NO" dirty="0"/>
              <a:t>For begrensninger, se </a:t>
            </a:r>
            <a:r>
              <a:rPr lang="nb-NO" dirty="0" err="1"/>
              <a:t>Berk</a:t>
            </a:r>
            <a:r>
              <a:rPr lang="nb-NO" dirty="0"/>
              <a:t> (2016, s. 33-34)</a:t>
            </a:r>
          </a:p>
        </p:txBody>
      </p:sp>
    </p:spTree>
    <p:extLst>
      <p:ext uri="{BB962C8B-B14F-4D97-AF65-F5344CB8AC3E}">
        <p14:creationId xmlns:p14="http://schemas.microsoft.com/office/powerpoint/2010/main" val="1017506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30616"/>
          </a:xfrm>
        </p:spPr>
        <p:txBody>
          <a:bodyPr>
            <a:normAutofit/>
          </a:bodyPr>
          <a:lstStyle/>
          <a:p>
            <a:r>
              <a:rPr lang="en-GB" dirty="0"/>
              <a:t>Confusion matrix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</p:nvPr>
        </p:nvGraphicFramePr>
        <p:xfrm>
          <a:off x="839788" y="2019652"/>
          <a:ext cx="4126232" cy="1754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58">
                  <a:extLst>
                    <a:ext uri="{9D8B030D-6E8A-4147-A177-3AD203B41FA5}">
                      <a16:colId xmlns:a16="http://schemas.microsoft.com/office/drawing/2014/main" val="2173141440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3937585737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865056998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110841162"/>
                    </a:ext>
                  </a:extLst>
                </a:gridCol>
              </a:tblGrid>
              <a:tr h="43858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dirty="0" err="1"/>
                        <a:t>Forventet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utfall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73988"/>
                  </a:ext>
                </a:extLst>
              </a:tr>
              <a:tr h="438581">
                <a:tc rowSpan="3"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Observert</a:t>
                      </a:r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utfall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8715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28739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81161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69024" y="2019653"/>
            <a:ext cx="5183188" cy="4170010"/>
          </a:xfrm>
        </p:spPr>
        <p:txBody>
          <a:bodyPr>
            <a:normAutofit/>
          </a:bodyPr>
          <a:lstStyle/>
          <a:p>
            <a:r>
              <a:rPr lang="en-GB" dirty="0"/>
              <a:t>Accuracy: (TN+TP)/total </a:t>
            </a:r>
          </a:p>
          <a:p>
            <a:r>
              <a:rPr lang="en-GB" dirty="0"/>
              <a:t>Sensitivity: TP/(FN+TP) </a:t>
            </a:r>
            <a:br>
              <a:rPr lang="en-GB" dirty="0"/>
            </a:br>
            <a:r>
              <a:rPr lang="en-GB" dirty="0"/>
              <a:t>“True positive rate”</a:t>
            </a:r>
          </a:p>
          <a:p>
            <a:r>
              <a:rPr lang="en-GB" dirty="0"/>
              <a:t>Specificity: TN/(TN+FP)</a:t>
            </a:r>
            <a:br>
              <a:rPr lang="en-GB" dirty="0"/>
            </a:br>
            <a:r>
              <a:rPr lang="en-GB" dirty="0"/>
              <a:t>“True negative rate”</a:t>
            </a:r>
          </a:p>
          <a:p>
            <a:r>
              <a:rPr lang="en-GB" dirty="0"/>
              <a:t>Precision: TP / (TP + FP)</a:t>
            </a:r>
            <a:br>
              <a:rPr lang="en-GB" dirty="0"/>
            </a:br>
            <a:r>
              <a:rPr lang="en-GB" dirty="0"/>
              <a:t>“positive predictive value”</a:t>
            </a:r>
          </a:p>
          <a:p>
            <a:r>
              <a:rPr lang="en-GB" dirty="0"/>
              <a:t>…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flere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09E02-A601-4D23-9474-D1EFAE894F25}"/>
              </a:ext>
            </a:extLst>
          </p:cNvPr>
          <p:cNvSpPr txBox="1"/>
          <p:nvPr/>
        </p:nvSpPr>
        <p:spPr>
          <a:xfrm>
            <a:off x="705966" y="4104658"/>
            <a:ext cx="5117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000" dirty="0"/>
              <a:t>T = TRUE, F = FALSE</a:t>
            </a:r>
          </a:p>
          <a:p>
            <a:r>
              <a:rPr lang="nb-NO" sz="2000" dirty="0"/>
              <a:t>N = negativ</a:t>
            </a:r>
          </a:p>
          <a:p>
            <a:r>
              <a:rPr lang="nb-NO" sz="2000" dirty="0"/>
              <a:t>P = positiv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1741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4131FD3-41BA-5269-BA02-A3DD7A58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confusionMatrix</a:t>
            </a:r>
            <a:r>
              <a:rPr lang="nb-NO" dirty="0"/>
              <a:t>()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476B4D-505C-5EB6-A4D5-0354DABC4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70195" cy="4351338"/>
          </a:xfrm>
        </p:spPr>
        <p:txBody>
          <a:bodyPr>
            <a:normAutofit lnSpcReduction="10000"/>
          </a:bodyPr>
          <a:lstStyle/>
          <a:p>
            <a:r>
              <a:rPr lang="nb-NO" dirty="0"/>
              <a:t>Viser hvor modellen tar feil ("</a:t>
            </a:r>
            <a:r>
              <a:rPr lang="nb-NO" dirty="0" err="1"/>
              <a:t>confuses</a:t>
            </a:r>
            <a:r>
              <a:rPr lang="nb-NO" dirty="0"/>
              <a:t>")</a:t>
            </a:r>
          </a:p>
          <a:p>
            <a:pPr lvl="1"/>
            <a:r>
              <a:rPr lang="nb-NO" dirty="0"/>
              <a:t>Krysstabell med predikerte mot observerte</a:t>
            </a:r>
          </a:p>
          <a:p>
            <a:pPr lvl="1"/>
            <a:endParaRPr lang="nb-NO" dirty="0"/>
          </a:p>
          <a:p>
            <a:r>
              <a:rPr lang="nb-NO" dirty="0"/>
              <a:t>Viktigste hensikt: </a:t>
            </a:r>
          </a:p>
          <a:p>
            <a:pPr lvl="1"/>
            <a:r>
              <a:rPr lang="nb-NO" dirty="0"/>
              <a:t>Regner ut masse greier</a:t>
            </a:r>
          </a:p>
          <a:p>
            <a:r>
              <a:rPr lang="nb-NO" dirty="0"/>
              <a:t>OBS!</a:t>
            </a:r>
          </a:p>
          <a:p>
            <a:pPr lvl="1"/>
            <a:r>
              <a:rPr lang="nb-NO" dirty="0"/>
              <a:t>Vær nøye med referanse og </a:t>
            </a:r>
            <a:br>
              <a:rPr lang="nb-NO" dirty="0"/>
            </a:br>
            <a:r>
              <a:rPr lang="nb-NO" dirty="0"/>
              <a:t>positiv verdi</a:t>
            </a:r>
          </a:p>
          <a:p>
            <a:r>
              <a:rPr lang="nb-NO" dirty="0"/>
              <a:t>Hvis usikker</a:t>
            </a:r>
          </a:p>
          <a:p>
            <a:pPr lvl="1"/>
            <a:r>
              <a:rPr lang="nb-NO" dirty="0"/>
              <a:t>Bruk gjerne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 </a:t>
            </a:r>
          </a:p>
          <a:p>
            <a:pPr lvl="1"/>
            <a:r>
              <a:rPr lang="nb-NO" dirty="0" err="1"/>
              <a:t>Kontrollregne</a:t>
            </a:r>
            <a:r>
              <a:rPr lang="nb-NO" dirty="0"/>
              <a:t> for hånd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DB21F-7AD2-88DE-BADB-1FD30D95AFB5}"/>
              </a:ext>
            </a:extLst>
          </p:cNvPr>
          <p:cNvSpPr txBox="1"/>
          <p:nvPr/>
        </p:nvSpPr>
        <p:spPr>
          <a:xfrm>
            <a:off x="6919958" y="375294"/>
            <a:ext cx="48718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datasett %&gt;% </a:t>
            </a:r>
          </a:p>
          <a:p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(obs,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) %&gt;% </a:t>
            </a:r>
            <a:b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nb-N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datasett$obs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datasett$pred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nb-N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nb-NO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2BD8D-FF69-000C-2049-9544E009DD26}"/>
              </a:ext>
            </a:extLst>
          </p:cNvPr>
          <p:cNvSpPr txBox="1"/>
          <p:nvPr/>
        </p:nvSpPr>
        <p:spPr>
          <a:xfrm>
            <a:off x="5767012" y="3105834"/>
            <a:ext cx="5974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confusionMatrix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datasett$obs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datasett$pred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, positive = "utfallsverdi")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45FEEA-4201-C865-6813-1D7B06957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754" y="3816095"/>
            <a:ext cx="5360049" cy="266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9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Sjekke modellen på </a:t>
            </a:r>
            <a:r>
              <a:rPr lang="nb-NO" u="sng" dirty="0"/>
              <a:t>test</a:t>
            </a:r>
            <a:r>
              <a:rPr lang="nb-NO" dirty="0"/>
              <a:t> datasettet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Bruker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, men angir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</a:p>
          <a:p>
            <a:pPr marL="457200" lvl="1" indent="0">
              <a:buNone/>
            </a:pP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est_glm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testing_data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, type="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nb-NO" dirty="0"/>
              <a:t>ROC-</a:t>
            </a:r>
            <a:r>
              <a:rPr lang="nb-NO" dirty="0" err="1"/>
              <a:t>curve</a:t>
            </a:r>
            <a:r>
              <a:rPr lang="nb-NO" dirty="0"/>
              <a:t> som før</a:t>
            </a:r>
          </a:p>
          <a:p>
            <a:pPr marL="457200" lvl="1" indent="0">
              <a:buNone/>
            </a:pP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roc1 &lt;-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roc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testing_data$Attrition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nb-NO" dirty="0"/>
              <a:t>AUC som før: </a:t>
            </a:r>
          </a:p>
          <a:p>
            <a:pPr marL="457200" lvl="1" indent="0">
              <a:buNone/>
            </a:pP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auc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(roc1)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805" y="3931350"/>
            <a:ext cx="3685736" cy="2926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890" y="5345524"/>
            <a:ext cx="2867581" cy="58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8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Test </a:t>
            </a:r>
            <a:r>
              <a:rPr lang="nb-NO" dirty="0" err="1"/>
              <a:t>vs</a:t>
            </a:r>
            <a:r>
              <a:rPr lang="nb-NO" dirty="0"/>
              <a:t> training – </a:t>
            </a:r>
            <a:r>
              <a:rPr lang="nb-NO" dirty="0" err="1"/>
              <a:t>overfitting</a:t>
            </a:r>
            <a:r>
              <a:rPr lang="nb-NO" dirty="0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458851" y="2149887"/>
            <a:ext cx="4364219" cy="836819"/>
          </a:xfrm>
        </p:spPr>
        <p:txBody>
          <a:bodyPr/>
          <a:lstStyle/>
          <a:p>
            <a:r>
              <a:rPr lang="nb-NO" dirty="0"/>
              <a:t>Train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769157" y="2149887"/>
            <a:ext cx="4411726" cy="836819"/>
          </a:xfrm>
        </p:spPr>
        <p:txBody>
          <a:bodyPr/>
          <a:lstStyle/>
          <a:p>
            <a:r>
              <a:rPr lang="nb-NO" dirty="0"/>
              <a:t>Test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417217" y="2928985"/>
            <a:ext cx="4344144" cy="3742309"/>
          </a:xfrm>
          <a:prstGeom prst="rect">
            <a:avLst/>
          </a:prstGeom>
        </p:spPr>
      </p:pic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072104" y="2928985"/>
            <a:ext cx="4344144" cy="37423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030" y="5295558"/>
            <a:ext cx="2324100" cy="50305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3517" y="5334255"/>
            <a:ext cx="2381250" cy="46436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6779" y="1514215"/>
            <a:ext cx="99864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sz="2200" dirty="0"/>
              <a:t>Resultat på </a:t>
            </a:r>
            <a:r>
              <a:rPr lang="nb-NO" sz="2200" dirty="0" err="1"/>
              <a:t>train</a:t>
            </a:r>
            <a:r>
              <a:rPr lang="nb-NO" sz="2200" dirty="0"/>
              <a:t>-datasett er nesten alltid «bedre» enn på test-datasettet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b-NO" sz="2200" dirty="0"/>
              <a:t>Resultat på test-datasettet er mer realistisk!</a:t>
            </a:r>
          </a:p>
        </p:txBody>
      </p:sp>
    </p:spTree>
    <p:extLst>
      <p:ext uri="{BB962C8B-B14F-4D97-AF65-F5344CB8AC3E}">
        <p14:creationId xmlns:p14="http://schemas.microsoft.com/office/powerpoint/2010/main" val="3088102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07D4-3F0B-CC02-F08D-23AE2090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042C7-B510-0665-A7F1-F98335C4E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Last ned datasettet </a:t>
            </a:r>
            <a:r>
              <a:rPr lang="nb-NO" b="1" dirty="0"/>
              <a:t>synthetic_birtCohort96.Rdata</a:t>
            </a:r>
            <a:r>
              <a:rPr lang="nb-NO" dirty="0"/>
              <a:t> </a:t>
            </a:r>
          </a:p>
          <a:p>
            <a:r>
              <a:rPr lang="nb-NO" dirty="0"/>
              <a:t>Prediker fremtidig kriminalitet med logistisk regresjon </a:t>
            </a:r>
          </a:p>
          <a:p>
            <a:pPr lvl="1"/>
            <a:r>
              <a:rPr lang="nb-NO" dirty="0"/>
              <a:t>Velg bort </a:t>
            </a:r>
            <a:r>
              <a:rPr lang="nb-NO" b="1" dirty="0" err="1"/>
              <a:t>drugs</a:t>
            </a:r>
            <a:r>
              <a:rPr lang="nb-NO" dirty="0"/>
              <a:t> og </a:t>
            </a:r>
            <a:r>
              <a:rPr lang="nb-NO" b="1" dirty="0" err="1"/>
              <a:t>violence</a:t>
            </a:r>
            <a:r>
              <a:rPr lang="nb-NO" dirty="0"/>
              <a:t>, bruk </a:t>
            </a:r>
            <a:r>
              <a:rPr lang="nb-NO" b="1" dirty="0" err="1"/>
              <a:t>felonies</a:t>
            </a:r>
            <a:r>
              <a:rPr lang="nb-NO" dirty="0"/>
              <a:t> som utfallsvariabel</a:t>
            </a:r>
          </a:p>
          <a:p>
            <a:pPr lvl="1"/>
            <a:r>
              <a:rPr lang="nb-NO" dirty="0"/>
              <a:t>Split data </a:t>
            </a:r>
          </a:p>
          <a:p>
            <a:pPr lvl="1"/>
            <a:r>
              <a:rPr lang="nb-NO" dirty="0"/>
              <a:t>Estimer med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, sett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family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= "binomial"</a:t>
            </a:r>
            <a:r>
              <a:rPr lang="nb-NO" dirty="0"/>
              <a:t> og velg alle variable</a:t>
            </a:r>
          </a:p>
          <a:p>
            <a:pPr lvl="1"/>
            <a:r>
              <a:rPr lang="nb-NO" dirty="0"/>
              <a:t>Prediker sannsynlighet på test-data og velg </a:t>
            </a:r>
            <a:r>
              <a:rPr lang="nb-NO" dirty="0" err="1"/>
              <a:t>cut-off</a:t>
            </a:r>
            <a:r>
              <a:rPr lang="nb-NO" dirty="0"/>
              <a:t> for klassifikasjon </a:t>
            </a:r>
          </a:p>
          <a:p>
            <a:pPr lvl="2"/>
            <a:r>
              <a:rPr lang="nb-NO" dirty="0"/>
              <a:t>For øvelsens skyld: Velg en </a:t>
            </a:r>
            <a:r>
              <a:rPr lang="nb-NO" dirty="0" err="1"/>
              <a:t>cut-off</a:t>
            </a:r>
            <a:r>
              <a:rPr lang="nb-NO" dirty="0"/>
              <a:t> som gir noen predikerte lovbrytere </a:t>
            </a:r>
          </a:p>
          <a:p>
            <a:pPr lvl="1"/>
            <a:r>
              <a:rPr lang="nb-NO" dirty="0"/>
              <a:t>Lag </a:t>
            </a:r>
            <a:r>
              <a:rPr lang="nb-NO" dirty="0" err="1"/>
              <a:t>confusion</a:t>
            </a:r>
            <a:r>
              <a:rPr lang="nb-NO" dirty="0"/>
              <a:t> </a:t>
            </a:r>
            <a:r>
              <a:rPr lang="nb-NO" dirty="0" err="1"/>
              <a:t>matrix</a:t>
            </a:r>
            <a:endParaRPr lang="nb-NO" dirty="0"/>
          </a:p>
          <a:p>
            <a:r>
              <a:rPr lang="nb-NO" dirty="0"/>
              <a:t>Vurderingsspørsmål: Hvis vi antar at utfallet er veldig alvorlig kriminalitet, påvirker det hva du velger som </a:t>
            </a:r>
            <a:r>
              <a:rPr lang="nb-NO" dirty="0" err="1"/>
              <a:t>cut-off</a:t>
            </a:r>
            <a:r>
              <a:rPr lang="nb-NO" dirty="0"/>
              <a:t>? Hvordan?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16910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Hvorfor klassifikasjonstrær?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Veldig enkel type algoritme </a:t>
            </a:r>
          </a:p>
          <a:p>
            <a:pPr lvl="1"/>
            <a:r>
              <a:rPr lang="nb-NO" dirty="0"/>
              <a:t>Krever ikke mye teknisk innsikt</a:t>
            </a:r>
          </a:p>
          <a:p>
            <a:pPr lvl="1"/>
            <a:r>
              <a:rPr lang="nb-NO" dirty="0"/>
              <a:t>Tankegangen kan likevel være uvant </a:t>
            </a:r>
          </a:p>
          <a:p>
            <a:pPr lvl="1"/>
            <a:r>
              <a:rPr lang="nb-NO" dirty="0"/>
              <a:t>Effektiv oppdeling av data </a:t>
            </a:r>
          </a:p>
          <a:p>
            <a:r>
              <a:rPr lang="nb-NO" dirty="0"/>
              <a:t>Introduserer tre sentrale momenter</a:t>
            </a:r>
          </a:p>
          <a:p>
            <a:pPr lvl="1"/>
            <a:r>
              <a:rPr lang="nb-NO" dirty="0"/>
              <a:t>Ikke-parametrisk oppdeling av data («</a:t>
            </a:r>
            <a:r>
              <a:rPr lang="nb-NO" dirty="0" err="1"/>
              <a:t>recursive</a:t>
            </a:r>
            <a:r>
              <a:rPr lang="nb-NO" dirty="0"/>
              <a:t> </a:t>
            </a:r>
            <a:r>
              <a:rPr lang="nb-NO" dirty="0" err="1"/>
              <a:t>partitioning</a:t>
            </a:r>
            <a:r>
              <a:rPr lang="nb-NO" dirty="0"/>
              <a:t>»)</a:t>
            </a:r>
          </a:p>
          <a:p>
            <a:pPr lvl="1"/>
            <a:r>
              <a:rPr lang="nb-NO" dirty="0"/>
              <a:t>«Tuning» – justering av </a:t>
            </a:r>
            <a:r>
              <a:rPr lang="nb-NO" i="1" dirty="0"/>
              <a:t>hvordan</a:t>
            </a:r>
            <a:r>
              <a:rPr lang="nb-NO" dirty="0"/>
              <a:t> algoritmen lages </a:t>
            </a:r>
          </a:p>
          <a:p>
            <a:pPr lvl="1"/>
            <a:r>
              <a:rPr lang="nb-NO" dirty="0"/>
              <a:t>Prediksjon på individnivå </a:t>
            </a:r>
          </a:p>
          <a:p>
            <a:r>
              <a:rPr lang="nb-NO" dirty="0"/>
              <a:t>Klassifikasjonstrær er </a:t>
            </a:r>
            <a:r>
              <a:rPr lang="nb-NO" dirty="0" err="1"/>
              <a:t>byggeblokk</a:t>
            </a:r>
            <a:r>
              <a:rPr lang="nb-NO" dirty="0"/>
              <a:t> i random </a:t>
            </a:r>
            <a:r>
              <a:rPr lang="nb-NO" dirty="0" err="1"/>
              <a:t>forest</a:t>
            </a:r>
            <a:r>
              <a:rPr lang="nb-NO" dirty="0"/>
              <a:t> (neste forelesning)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453763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Intuisjon for klassifikasjonstrær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Del dataene i to deler etter én variabel som gir minst heterogenitet i hver del </a:t>
            </a:r>
          </a:p>
          <a:p>
            <a:pPr lvl="1"/>
            <a:r>
              <a:rPr lang="nb-NO" dirty="0"/>
              <a:t>Altså: flest mulig med samme utfall i hver del av datasettet </a:t>
            </a:r>
          </a:p>
          <a:p>
            <a:pPr lvl="1"/>
            <a:r>
              <a:rPr lang="nb-NO" dirty="0"/>
              <a:t>Tester alle mulige splitt for alle variablene for å velge «beste splitt» </a:t>
            </a:r>
          </a:p>
          <a:p>
            <a:r>
              <a:rPr lang="nb-NO" dirty="0"/>
              <a:t>For </a:t>
            </a:r>
            <a:r>
              <a:rPr lang="nb-NO" i="1" u="sng" dirty="0"/>
              <a:t>hver del</a:t>
            </a:r>
            <a:r>
              <a:rPr lang="nb-NO" dirty="0"/>
              <a:t> av datasettet gjentas prosedyren </a:t>
            </a:r>
          </a:p>
          <a:p>
            <a:r>
              <a:rPr lang="nb-NO" dirty="0"/>
              <a:t>Fortsetter til det er homogene grupper nederst i rekken av splitter </a:t>
            </a:r>
          </a:p>
          <a:p>
            <a:pPr lvl="1"/>
            <a:r>
              <a:rPr lang="nb-NO" dirty="0"/>
              <a:t>Hver splitt er en </a:t>
            </a:r>
            <a:r>
              <a:rPr lang="nb-NO" u="sng" dirty="0"/>
              <a:t>gren</a:t>
            </a:r>
            <a:r>
              <a:rPr lang="nb-NO" dirty="0"/>
              <a:t> – mange grener blir et </a:t>
            </a:r>
            <a:r>
              <a:rPr lang="nb-NO" u="sng" dirty="0"/>
              <a:t>tre</a:t>
            </a:r>
            <a:r>
              <a:rPr lang="nb-NO" dirty="0"/>
              <a:t>… </a:t>
            </a:r>
          </a:p>
          <a:p>
            <a:r>
              <a:rPr lang="nb-NO" dirty="0"/>
              <a:t>Det treet man lager utgjør et regelsett for fremtidig klassifikasjon </a:t>
            </a:r>
          </a:p>
          <a:p>
            <a:pPr lvl="1"/>
            <a:r>
              <a:rPr lang="nb-NO" dirty="0"/>
              <a:t>Nye observasjoner «slippes ned treet» (eksempel kommer)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77571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Split kriterium – hva er «best»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dirty="0"/>
                  <a:t>Vi bruker funksjonen </a:t>
                </a:r>
                <a:r>
                  <a:rPr lang="nb-NO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rpart</a:t>
                </a:r>
                <a:r>
                  <a:rPr lang="nb-NO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r>
                  <a:rPr lang="nb-NO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rpart</a:t>
                </a:r>
                <a:r>
                  <a:rPr lang="nb-NO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nb-NO" dirty="0"/>
                  <a:t>bruker </a:t>
                </a:r>
                <a:r>
                  <a:rPr lang="nb-NO" dirty="0" err="1"/>
                  <a:t>Gini</a:t>
                </a:r>
                <a:r>
                  <a:rPr lang="nb-NO" dirty="0"/>
                  <a:t> </a:t>
                </a:r>
                <a:r>
                  <a:rPr lang="nb-NO" dirty="0" err="1"/>
                  <a:t>index</a:t>
                </a:r>
                <a:r>
                  <a:rPr lang="nb-NO" dirty="0"/>
                  <a:t> som </a:t>
                </a:r>
                <a:r>
                  <a:rPr lang="nb-NO" dirty="0" err="1"/>
                  <a:t>default</a:t>
                </a:r>
                <a:endParaRPr lang="nb-NO" dirty="0"/>
              </a:p>
              <a:p>
                <a:pPr marL="457200" lvl="1" indent="0">
                  <a:buNone/>
                </a:pPr>
                <a:r>
                  <a:rPr lang="nb-NO" b="0" dirty="0"/>
                  <a:t>For utfall med to klasser: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nb-NO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nb-NO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nb-NO" dirty="0"/>
                  <a:t> </a:t>
                </a:r>
              </a:p>
              <a:p>
                <a:pPr marL="457200" lvl="1" indent="0">
                  <a:buNone/>
                </a:pPr>
                <a:r>
                  <a:rPr lang="nb-NO" dirty="0"/>
                  <a:t>der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nb-NO" dirty="0"/>
                  <a:t> er andelen i region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nb-NO" dirty="0"/>
                  <a:t>  av en gitt variabel</a:t>
                </a:r>
              </a:p>
              <a:p>
                <a:r>
                  <a:rPr lang="nb-NO" dirty="0"/>
                  <a:t>Generaliserer til fler enn to klasser: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acc>
                            </m:e>
                            <m:sub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𝑚𝑘</m:t>
                              </m:r>
                            </m:sub>
                          </m:sSub>
                          <m:d>
                            <m:dPr>
                              <m:ctrlP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b-NO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nb-NO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nb-NO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nb-NO" b="0" i="1" smtClean="0">
                                      <a:latin typeface="Cambria Math" panose="02040503050406030204" pitchFamily="18" charset="0"/>
                                    </a:rPr>
                                    <m:t>𝑚𝑘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br>
                  <a:rPr lang="nb-NO" b="0" dirty="0"/>
                </a:br>
                <a:r>
                  <a:rPr lang="nb-NO" b="0" dirty="0"/>
                  <a:t>     </a:t>
                </a:r>
                <a:r>
                  <a:rPr lang="nb-NO" dirty="0"/>
                  <a:t>der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b-NO" dirty="0"/>
                  <a:t> er klasse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3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113" y="2527589"/>
            <a:ext cx="5624887" cy="47708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Eksempel: hvem kommer til å si opp jobben?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Datasett fra </a:t>
            </a:r>
            <a:r>
              <a:rPr lang="nb-NO" dirty="0" err="1"/>
              <a:t>rsample</a:t>
            </a:r>
            <a:r>
              <a:rPr lang="nb-NO" dirty="0"/>
              <a:t>-pakken </a:t>
            </a:r>
            <a:r>
              <a:rPr lang="nb-NO" i="1" u="sng" dirty="0" err="1"/>
              <a:t>attrition</a:t>
            </a:r>
            <a:r>
              <a:rPr lang="nb-NO" i="1" u="sng" dirty="0"/>
              <a:t> </a:t>
            </a:r>
            <a:endParaRPr lang="nb-NO" dirty="0"/>
          </a:p>
          <a:p>
            <a:r>
              <a:rPr lang="nb-NO" dirty="0" err="1"/>
              <a:t>Klassifikasjonstre</a:t>
            </a:r>
            <a:r>
              <a:rPr lang="nb-NO" dirty="0"/>
              <a:t>: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rpart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 </a:t>
            </a:r>
            <a:br>
              <a:rPr lang="nb-NO" dirty="0"/>
            </a:br>
            <a:r>
              <a:rPr lang="nb-NO" dirty="0"/>
              <a:t>angi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nb-NO" dirty="0"/>
              <a:t> </a:t>
            </a:r>
          </a:p>
          <a:p>
            <a:r>
              <a:rPr lang="nb-NO" dirty="0"/>
              <a:t>Formel spesifiseres tilsvarende som i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 </a:t>
            </a:r>
          </a:p>
          <a:p>
            <a:r>
              <a:rPr lang="nb-NO" dirty="0"/>
              <a:t>Grafikk: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prp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 eller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rpart.plot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lvl="1"/>
            <a:r>
              <a:rPr lang="nb-NO" dirty="0"/>
              <a:t>(</a:t>
            </a:r>
            <a:r>
              <a:rPr lang="nb-NO" dirty="0" err="1"/>
              <a:t>rpart.plot</a:t>
            </a:r>
            <a:r>
              <a:rPr lang="nb-NO" dirty="0"/>
              <a:t> er en </a:t>
            </a:r>
            <a:r>
              <a:rPr lang="nb-NO" dirty="0" err="1"/>
              <a:t>quick-fix</a:t>
            </a:r>
            <a:r>
              <a:rPr lang="nb-NO" dirty="0"/>
              <a:t> for </a:t>
            </a:r>
            <a:r>
              <a:rPr lang="nb-NO" dirty="0" err="1"/>
              <a:t>prp</a:t>
            </a:r>
            <a:r>
              <a:rPr lang="nb-NO" dirty="0"/>
              <a:t>)</a:t>
            </a:r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TextBox 3"/>
          <p:cNvSpPr txBox="1"/>
          <p:nvPr/>
        </p:nvSpPr>
        <p:spPr>
          <a:xfrm>
            <a:off x="7422078" y="1573482"/>
            <a:ext cx="44769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rsample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att_tree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rpart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Attrition ~. 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data = attrition,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method = "class")</a:t>
            </a:r>
            <a:endParaRPr lang="nb-NO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153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Mulige justeringer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nb-NO" dirty="0"/>
              <a:t> = </a:t>
            </a:r>
            <a:r>
              <a:rPr lang="nb-NO" dirty="0" err="1"/>
              <a:t>complexity</a:t>
            </a:r>
            <a:r>
              <a:rPr lang="nb-NO" dirty="0"/>
              <a:t> parameter «straffer» økt kompleksitet</a:t>
            </a:r>
          </a:p>
          <a:p>
            <a:pPr lvl="1"/>
            <a:r>
              <a:rPr lang="nb-NO" dirty="0"/>
              <a:t>Hvor stor forbedring kreves før ny splitt? </a:t>
            </a:r>
            <a:br>
              <a:rPr lang="nb-NO" dirty="0"/>
            </a:br>
            <a:r>
              <a:rPr lang="nb-NO" dirty="0"/>
              <a:t>Høyere tall betyr krav om større forbedring </a:t>
            </a:r>
            <a:br>
              <a:rPr lang="nb-NO" dirty="0"/>
            </a:br>
            <a:r>
              <a:rPr lang="nb-NO" dirty="0"/>
              <a:t>cp = 0 gir mer komplekst tre</a:t>
            </a:r>
          </a:p>
          <a:p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minbucket</a:t>
            </a:r>
            <a:r>
              <a:rPr lang="nb-NO" dirty="0"/>
              <a:t> = minste antall observasjoner i siste node </a:t>
            </a:r>
          </a:p>
          <a:p>
            <a:pPr lvl="1"/>
            <a:r>
              <a:rPr lang="nb-NO" dirty="0"/>
              <a:t>Mindre tall gir mulighet for mer kompleksitet </a:t>
            </a:r>
          </a:p>
          <a:p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maxdepth</a:t>
            </a:r>
            <a:r>
              <a:rPr lang="nb-NO" dirty="0"/>
              <a:t> = </a:t>
            </a:r>
            <a:r>
              <a:rPr lang="nb-NO" dirty="0" err="1"/>
              <a:t>max</a:t>
            </a:r>
            <a:r>
              <a:rPr lang="nb-NO" dirty="0"/>
              <a:t> antall forgreninger </a:t>
            </a:r>
          </a:p>
          <a:p>
            <a:pPr lvl="1"/>
            <a:r>
              <a:rPr lang="nb-NO" dirty="0"/>
              <a:t>Høyt tall gir mulighet for mer kompleksitet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parms = list(prior = c(.65,.35))</a:t>
            </a:r>
            <a:r>
              <a:rPr lang="en-US" dirty="0"/>
              <a:t> </a:t>
            </a:r>
            <a:r>
              <a:rPr lang="en-US" dirty="0" err="1"/>
              <a:t>endrer</a:t>
            </a:r>
            <a:r>
              <a:rPr lang="en-US" dirty="0"/>
              <a:t> split-</a:t>
            </a:r>
            <a:r>
              <a:rPr lang="en-US" dirty="0" err="1"/>
              <a:t>kriteriet</a:t>
            </a:r>
            <a:r>
              <a:rPr lang="en-US" dirty="0"/>
              <a:t> fra 50/50 </a:t>
            </a:r>
            <a:r>
              <a:rPr lang="en-US" dirty="0" err="1"/>
              <a:t>til</a:t>
            </a:r>
            <a:r>
              <a:rPr lang="en-US" dirty="0"/>
              <a:t> </a:t>
            </a:r>
            <a:r>
              <a:rPr lang="en-US" dirty="0" err="1"/>
              <a:t>noe</a:t>
            </a:r>
            <a:r>
              <a:rPr lang="en-US" dirty="0"/>
              <a:t> </a:t>
            </a:r>
            <a:r>
              <a:rPr lang="en-US" dirty="0" err="1"/>
              <a:t>annet</a:t>
            </a:r>
            <a:r>
              <a:rPr lang="en-US" dirty="0"/>
              <a:t> 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923005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3877" y="1825625"/>
            <a:ext cx="5130245" cy="4351338"/>
          </a:xfrm>
          <a:prstGeom prst="rect">
            <a:avLst/>
          </a:prstGeo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877" y="1825625"/>
            <a:ext cx="5130245" cy="4351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4717" y="421574"/>
            <a:ext cx="4919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att_tree_1 &lt;-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rpart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Attrition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~. 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data =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attrition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minbucket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=50,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maxdepth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=10)</a:t>
            </a:r>
          </a:p>
          <a:p>
            <a:endParaRPr lang="nb-NO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72200" y="440630"/>
            <a:ext cx="49194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att_tree_2 &lt;-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rpart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Attrition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~. 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data =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attrition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",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cp=0.00,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minbucket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=2,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maxdepth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=30)</a:t>
            </a:r>
          </a:p>
        </p:txBody>
      </p:sp>
    </p:spTree>
    <p:extLst>
      <p:ext uri="{BB962C8B-B14F-4D97-AF65-F5344CB8AC3E}">
        <p14:creationId xmlns:p14="http://schemas.microsoft.com/office/powerpoint/2010/main" val="64095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Prediksjon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Bruker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predict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nb-NO" dirty="0"/>
              <a:t> og spesifiserer 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type = "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nb-NO" dirty="0"/>
              <a:t>Ved </a:t>
            </a:r>
            <a:r>
              <a:rPr lang="nb-NO" dirty="0" err="1"/>
              <a:t>train</a:t>
            </a:r>
            <a:r>
              <a:rPr lang="nb-NO" dirty="0"/>
              <a:t>/test </a:t>
            </a:r>
            <a:r>
              <a:rPr lang="nb-NO" dirty="0" err="1"/>
              <a:t>split</a:t>
            </a:r>
            <a:r>
              <a:rPr lang="nb-NO" dirty="0"/>
              <a:t>, angi også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newdata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testdata</a:t>
            </a:r>
            <a:endParaRPr lang="nb-NO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b-NO" dirty="0"/>
              <a:t>Tabulerer predikert mot observert med </a:t>
            </a:r>
            <a:r>
              <a:rPr lang="nb-NO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nb-NO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nb-NO" dirty="0"/>
              <a:t>Kalles også "</a:t>
            </a:r>
            <a:r>
              <a:rPr lang="nb-NO" dirty="0" err="1"/>
              <a:t>confusion</a:t>
            </a:r>
            <a:r>
              <a:rPr lang="nb-NO" dirty="0"/>
              <a:t> </a:t>
            </a:r>
            <a:r>
              <a:rPr lang="nb-NO" dirty="0" err="1"/>
              <a:t>matrix</a:t>
            </a:r>
            <a:r>
              <a:rPr lang="nb-NO" dirty="0"/>
              <a:t>«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26663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63876" y="931938"/>
            <a:ext cx="7029293" cy="59620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74717" y="421574"/>
            <a:ext cx="49194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att_tree_1 &lt;-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rpart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Attrition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~. 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data =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attrition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endParaRPr lang="nb-NO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41" y="3429000"/>
            <a:ext cx="3486150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2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476A5-5FFE-12C3-D991-27CB2CC51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8B4E2-2CB6-1F4B-9347-9B4BFC10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2C2C4-7B28-72BE-147D-63912DD16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Bruk datasettet </a:t>
            </a:r>
            <a:r>
              <a:rPr lang="nb-NO" b="1" dirty="0"/>
              <a:t>synthetic_birtCohort96.Rdata</a:t>
            </a:r>
            <a:r>
              <a:rPr lang="nb-NO" dirty="0"/>
              <a:t> </a:t>
            </a:r>
          </a:p>
          <a:p>
            <a:r>
              <a:rPr lang="nb-NO" dirty="0"/>
              <a:t>Prediker fremtidig kriminalitet med </a:t>
            </a:r>
            <a:r>
              <a:rPr lang="nb-NO" dirty="0" err="1"/>
              <a:t>klassifikasjonstre</a:t>
            </a:r>
            <a:endParaRPr lang="nb-NO" dirty="0"/>
          </a:p>
          <a:p>
            <a:pPr marL="914400" lvl="1" indent="-457200">
              <a:buFont typeface="+mj-lt"/>
              <a:buAutoNum type="arabicPeriod"/>
            </a:pPr>
            <a:r>
              <a:rPr lang="nb-NO" dirty="0"/>
              <a:t>Ikke komplisert tre: få forgreninger</a:t>
            </a:r>
          </a:p>
          <a:p>
            <a:pPr marL="914400" lvl="1" indent="-457200">
              <a:buFont typeface="+mj-lt"/>
              <a:buAutoNum type="arabicPeriod"/>
            </a:pPr>
            <a:r>
              <a:rPr lang="nb-NO" dirty="0"/>
              <a:t>Mer komplisert tre: mange forgreninger </a:t>
            </a:r>
          </a:p>
          <a:p>
            <a:r>
              <a:rPr lang="nb-NO" dirty="0"/>
              <a:t>Lag grafisk fremstilling, sjekk at du forstår reglene </a:t>
            </a:r>
          </a:p>
          <a:p>
            <a:r>
              <a:rPr lang="nb-NO" dirty="0"/>
              <a:t>Prediker på test-data </a:t>
            </a:r>
          </a:p>
          <a:p>
            <a:r>
              <a:rPr lang="nb-NO" dirty="0"/>
              <a:t>Lag </a:t>
            </a:r>
            <a:r>
              <a:rPr lang="nb-NO" dirty="0" err="1"/>
              <a:t>confusion</a:t>
            </a:r>
            <a:r>
              <a:rPr lang="nb-NO" dirty="0"/>
              <a:t> </a:t>
            </a:r>
            <a:r>
              <a:rPr lang="nb-NO" dirty="0" err="1"/>
              <a:t>matrix</a:t>
            </a:r>
            <a:r>
              <a:rPr lang="nb-NO" dirty="0"/>
              <a:t>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23249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2CCB1BA9365C54B9C3EB9E23C1B2633" ma:contentTypeVersion="13" ma:contentTypeDescription="Opprett et nytt dokument." ma:contentTypeScope="" ma:versionID="9556afbe8965700d9d4bb0eb0b62133d">
  <xsd:schema xmlns:xsd="http://www.w3.org/2001/XMLSchema" xmlns:xs="http://www.w3.org/2001/XMLSchema" xmlns:p="http://schemas.microsoft.com/office/2006/metadata/properties" xmlns:ns3="9de6e283-f6b6-4558-8465-801ca1267013" xmlns:ns4="421202cc-cfcf-450e-a55d-9487af6c1599" targetNamespace="http://schemas.microsoft.com/office/2006/metadata/properties" ma:root="true" ma:fieldsID="a71f0175a26bde86733f85ed8a428ee8" ns3:_="" ns4:_="">
    <xsd:import namespace="9de6e283-f6b6-4558-8465-801ca1267013"/>
    <xsd:import namespace="421202cc-cfcf-450e-a55d-9487af6c15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e6e283-f6b6-4558-8465-801ca12670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202cc-cfcf-450e-a55d-9487af6c159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4472CC-ED23-49A5-AB39-6B95773585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1D0475-EA40-4E26-9A46-2A8C60BAF4CF}">
  <ds:schemaRefs>
    <ds:schemaRef ds:uri="9de6e283-f6b6-4558-8465-801ca1267013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421202cc-cfcf-450e-a55d-9487af6c159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635A1E8-E07A-4DFD-9424-2C78FB4D29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e6e283-f6b6-4558-8465-801ca1267013"/>
    <ds:schemaRef ds:uri="421202cc-cfcf-450e-a55d-9487af6c15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1169</Words>
  <Application>Microsoft Office PowerPoint</Application>
  <PresentationFormat>Widescreen</PresentationFormat>
  <Paragraphs>170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 New</vt:lpstr>
      <vt:lpstr>Office Theme</vt:lpstr>
      <vt:lpstr>Confusion matrix mm. Klassifikasjonstrær</vt:lpstr>
      <vt:lpstr>Oppgave, gjennomgang</vt:lpstr>
      <vt:lpstr>Training – testing – validation data</vt:lpstr>
      <vt:lpstr>Tillegg: k-fold cross validation </vt:lpstr>
      <vt:lpstr>Confusion matrix</vt:lpstr>
      <vt:lpstr>confusionMatrix()</vt:lpstr>
      <vt:lpstr>Sjekke modellen på test datasettet</vt:lpstr>
      <vt:lpstr>Test vs training – overfitting </vt:lpstr>
      <vt:lpstr>Oppgave</vt:lpstr>
      <vt:lpstr>Hvorfor klassifikasjonstrær? </vt:lpstr>
      <vt:lpstr>Intuisjon for klassifikasjonstrær</vt:lpstr>
      <vt:lpstr>Split kriterium – hva er «best»</vt:lpstr>
      <vt:lpstr>Eksempel: hvem kommer til å si opp jobben?</vt:lpstr>
      <vt:lpstr>Mulige justeringer </vt:lpstr>
      <vt:lpstr>PowerPoint Presentation</vt:lpstr>
      <vt:lpstr>Prediksjon </vt:lpstr>
      <vt:lpstr>PowerPoint Presentation</vt:lpstr>
      <vt:lpstr>Oppgave</vt:lpstr>
    </vt:vector>
  </TitlesOfParts>
  <Company>Universitetet i Oslo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Klassifikasjonstrær</dc:title>
  <dc:creator>Torbjørn Skardhamar</dc:creator>
  <cp:lastModifiedBy>Torbjørn Skardhamar</cp:lastModifiedBy>
  <cp:revision>28</cp:revision>
  <dcterms:created xsi:type="dcterms:W3CDTF">2020-02-03T09:28:59Z</dcterms:created>
  <dcterms:modified xsi:type="dcterms:W3CDTF">2026-01-27T09:13:18Z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0x01010032CCB1BA9365C54B9C3EB9E23C1B2633</vt:lpwstr>
  </property>
</Properties>
</file>