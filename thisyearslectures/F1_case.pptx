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59" r:id="rId3"/>
    <p:sldId id="258" r:id="rId4"/>
    <p:sldId id="257" r:id="rId5"/>
  </p:sldIdLst>
  <p:sldSz cx="12192000" cy="6858000"/>
  <p:notesSz cx="6858000" cy="9144000"/>
  <p:defaultTextStyle>
    <a:defPPr>
      <a:defRPr lang="nb-N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14" autoAdjust="0"/>
    <p:restoredTop sz="94660"/>
  </p:normalViewPr>
  <p:slideViewPr>
    <p:cSldViewPr snapToGrid="0">
      <p:cViewPr varScale="1">
        <p:scale>
          <a:sx n="159" d="100"/>
          <a:sy n="159" d="100"/>
        </p:scale>
        <p:origin x="306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rbjørn Skardhamar" userId="a33c437c-465e-42c1-b920-4fca17f18356" providerId="ADAL" clId="{99E293D3-0AB1-41E6-A30F-C261539C090D}"/>
    <pc:docChg chg="delSld">
      <pc:chgData name="Torbjørn Skardhamar" userId="a33c437c-465e-42c1-b920-4fca17f18356" providerId="ADAL" clId="{99E293D3-0AB1-41E6-A30F-C261539C090D}" dt="2026-01-06T11:49:51.760" v="0" actId="47"/>
      <pc:docMkLst>
        <pc:docMk/>
      </pc:docMkLst>
      <pc:sldChg chg="del">
        <pc:chgData name="Torbjørn Skardhamar" userId="a33c437c-465e-42c1-b920-4fca17f18356" providerId="ADAL" clId="{99E293D3-0AB1-41E6-A30F-C261539C090D}" dt="2026-01-06T11:49:51.760" v="0" actId="47"/>
        <pc:sldMkLst>
          <pc:docMk/>
          <pc:sldMk cId="3648895866" sldId="256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C00E36-DFF6-AC02-7570-98CC92AE60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95E0FC-75FA-8C78-1F3C-5A061CD04E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b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428A2C-FF2D-C560-FF67-4476B9DE4C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9A2A3-05DF-4D2B-9EB9-080527655981}" type="datetimeFigureOut">
              <a:rPr lang="nb-NO" smtClean="0"/>
              <a:t>06.01.2026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59A2E1-504F-163E-D13A-19E2ADADC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BBDA0E-CD60-705A-E321-3BAADB1D2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81BA8-772C-4A34-AC2D-A6EAE95EF9CF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4824560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5AFCC-C8FF-1F90-6AD1-B236232352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5A25F7-8915-5B6B-A3F3-F2C6A69A78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48C231-6D24-924A-E103-C6C0B1A6E0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9A2A3-05DF-4D2B-9EB9-080527655981}" type="datetimeFigureOut">
              <a:rPr lang="nb-NO" smtClean="0"/>
              <a:t>06.01.2026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441471-CFCD-A253-6BB4-02FD2C332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F76825-F55E-FB61-1B2D-38FE4FAE2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81BA8-772C-4A34-AC2D-A6EAE95EF9CF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2697160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926A1-61E9-997E-53D4-9EB84C3D0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A2A358-C985-FA02-4AFA-B45BAAE68F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AAC328-1A29-6F74-24E8-21AD5498E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9A2A3-05DF-4D2B-9EB9-080527655981}" type="datetimeFigureOut">
              <a:rPr lang="nb-NO" smtClean="0"/>
              <a:t>06.01.2026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CA7A0C-2F75-6C14-42EC-DB9D0BA00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BD2CEB-F21E-8335-ED26-FB746EA367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81BA8-772C-4A34-AC2D-A6EAE95EF9CF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1759170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5DC6BD-EA7B-7BCF-3145-EB5948D00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7FACBA-8ADB-CFFE-456B-2457FFBA77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F6E42D-1BF8-F3BF-91F6-D9C21AE42D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6B1164-8DC6-71C6-D158-D485CF0A10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9A2A3-05DF-4D2B-9EB9-080527655981}" type="datetimeFigureOut">
              <a:rPr lang="nb-NO" smtClean="0"/>
              <a:t>06.01.2026</a:t>
            </a:fld>
            <a:endParaRPr lang="nb-N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690D8E-92FA-0DC8-391E-E9D5711E9C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4D47AE-F868-EFF3-1104-0E8A0CDB9A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81BA8-772C-4A34-AC2D-A6EAE95EF9CF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461766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7A83F3-E44F-C3F6-C266-62E284E8EC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1B5C4A-5C65-1B34-FD34-6D1084E748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499BFE-675E-05AF-D555-D22F814ED3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D7D4E8-1B20-C004-C0A0-FEAD7492F3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AD3C8C9-020F-F7DE-0857-5D6441B788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FE5A478-4C8D-3B65-E0A3-D29B0597ED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9A2A3-05DF-4D2B-9EB9-080527655981}" type="datetimeFigureOut">
              <a:rPr lang="nb-NO" smtClean="0"/>
              <a:t>06.01.2026</a:t>
            </a:fld>
            <a:endParaRPr lang="nb-NO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8B95888-6199-0B9E-2FA0-44A4E2485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E595BA-35F7-1689-7D61-BE80AF25C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81BA8-772C-4A34-AC2D-A6EAE95EF9CF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0672846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8C3E5C-A5CF-E774-A1D0-26041D0890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90FF316-E4DC-A8D3-BF54-C41010646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9A2A3-05DF-4D2B-9EB9-080527655981}" type="datetimeFigureOut">
              <a:rPr lang="nb-NO" smtClean="0"/>
              <a:t>06.01.2026</a:t>
            </a:fld>
            <a:endParaRPr lang="nb-NO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4B4612-A164-AFAD-A649-B85F4F60F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76F42C-841F-95C8-9A26-B7F130978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81BA8-772C-4A34-AC2D-A6EAE95EF9CF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4648136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33E8E88-262F-E108-81B4-5B79B976C7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9A2A3-05DF-4D2B-9EB9-080527655981}" type="datetimeFigureOut">
              <a:rPr lang="nb-NO" smtClean="0"/>
              <a:t>06.01.2026</a:t>
            </a:fld>
            <a:endParaRPr lang="nb-NO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E6DFE1D-B4DD-234B-629E-733622B5A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5B43E6-64C6-747F-12C8-D8FA837ACB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81BA8-772C-4A34-AC2D-A6EAE95EF9CF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3208487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EA4EC-4D20-5126-F5BF-81E1D66EC3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183804-AF12-EF23-FC83-DDA64E4FCD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0329E-96DE-3F82-E407-43365C23A9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71C46C-C757-88B4-FD6E-981AC3E84F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9A2A3-05DF-4D2B-9EB9-080527655981}" type="datetimeFigureOut">
              <a:rPr lang="nb-NO" smtClean="0"/>
              <a:t>06.01.2026</a:t>
            </a:fld>
            <a:endParaRPr lang="nb-N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21EBAF-D187-D749-24CB-D5A6357B7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BA83C1-EA95-D623-70C1-F2B7F8AB7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81BA8-772C-4A34-AC2D-A6EAE95EF9CF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5707510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C5398-AEA1-5CDB-0130-754AB2E86B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3593399-C9A1-A9A4-B62C-BAD0E6441A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b-N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0E724C-8F77-F78F-0902-DC802C554D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D38A5A-AE2D-927F-168C-21D03A9E3C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9A2A3-05DF-4D2B-9EB9-080527655981}" type="datetimeFigureOut">
              <a:rPr lang="nb-NO" smtClean="0"/>
              <a:t>06.01.2026</a:t>
            </a:fld>
            <a:endParaRPr lang="nb-N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72CEB7-B2C0-6186-1617-F6CEF37840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353743-8AFF-D022-59F7-02629E20F1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81BA8-772C-4A34-AC2D-A6EAE95EF9CF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9228669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7E2AC2-A02A-E9BA-51E7-CD2C891699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F0E672-BAD0-F911-8D0E-C6C90512A0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693D06-1FAF-358A-AFFB-74AB801097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9A2A3-05DF-4D2B-9EB9-080527655981}" type="datetimeFigureOut">
              <a:rPr lang="nb-NO" smtClean="0"/>
              <a:t>06.01.2026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D2BFD6-5551-74FC-6436-B6DA6EBBA3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E59C79-D032-1532-7CF5-49D4202E62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81BA8-772C-4A34-AC2D-A6EAE95EF9CF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4822426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CF8BED0-0A2F-1770-580F-0821012EC2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460D7C-37B5-A7BD-5A5B-EEB810BAA5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3DB637-5439-4EE8-7558-33BA81F049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9A2A3-05DF-4D2B-9EB9-080527655981}" type="datetimeFigureOut">
              <a:rPr lang="nb-NO" smtClean="0"/>
              <a:t>06.01.2026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14B882-251D-538A-2501-A3BB412551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C3BE1B-2DC2-4224-94E3-E505CC530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81BA8-772C-4A34-AC2D-A6EAE95EF9CF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826930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889A514-60EC-9C11-01F2-6463A01CC2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4627E5-4DC7-CA72-A97F-17D78DCCBE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1171F7-C8E0-0023-BDE4-AD00177D2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B9A2A3-05DF-4D2B-9EB9-080527655981}" type="datetimeFigureOut">
              <a:rPr lang="nb-NO" smtClean="0"/>
              <a:t>06.01.2026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FC9616-5DC7-62A2-828C-90C87750C6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628024-4B8F-EE93-8CB4-7D2BAE2880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081BA8-772C-4A34-AC2D-A6EAE95EF9CF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0937664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b-N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C1254-ECBB-4BC3-B2E0-BC5C88E50A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Case 1: </a:t>
            </a:r>
            <a:r>
              <a:rPr lang="nb-NO" dirty="0" err="1"/>
              <a:t>Heldt</a:t>
            </a:r>
            <a:r>
              <a:rPr lang="nb-NO" dirty="0"/>
              <a:t> et al 2021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6C4176-DD4C-4B58-AC9B-A69F3813039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/>
          </a:bodyPr>
          <a:lstStyle/>
          <a:p>
            <a:r>
              <a:rPr lang="nb-NO" dirty="0"/>
              <a:t>Pasienter innlagt for SARS-CoV-2 (altså: </a:t>
            </a:r>
            <a:r>
              <a:rPr lang="nb-NO" dirty="0" err="1"/>
              <a:t>covid</a:t>
            </a:r>
            <a:r>
              <a:rPr lang="nb-NO" dirty="0"/>
              <a:t>) kan ha svært varierende sykdomsforløp Identifisere alvorlig forløp kan bedre behandling</a:t>
            </a:r>
          </a:p>
          <a:p>
            <a:r>
              <a:rPr lang="nb-NO" dirty="0"/>
              <a:t>Begrenset kunnskap om viruset og hva som gir alvorlig forløp</a:t>
            </a:r>
          </a:p>
          <a:p>
            <a:r>
              <a:rPr lang="nb-NO" dirty="0"/>
              <a:t>Bruker data fra tidligere pasienter</a:t>
            </a:r>
          </a:p>
          <a:p>
            <a:r>
              <a:rPr lang="nb-NO" dirty="0"/>
              <a:t>Predikerer forløpet ved innleggelse</a:t>
            </a:r>
          </a:p>
          <a:p>
            <a:endParaRPr lang="nb-NO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81195E-2C4C-4BE3-89DC-93DB5839EC6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/>
          </a:bodyPr>
          <a:lstStyle/>
          <a:p>
            <a:pPr marL="514350" indent="-514350">
              <a:buFont typeface="+mj-lt"/>
              <a:buAutoNum type="arabicPeriod"/>
            </a:pPr>
            <a:r>
              <a:rPr lang="nb-NO" dirty="0"/>
              <a:t>Er det ok at en datamaskin avgjør viktige behandlingsvalg?</a:t>
            </a:r>
          </a:p>
          <a:p>
            <a:pPr marL="514350" indent="-514350">
              <a:buFont typeface="+mj-lt"/>
              <a:buAutoNum type="arabicPeriod"/>
            </a:pPr>
            <a:r>
              <a:rPr lang="nb-NO" dirty="0"/>
              <a:t>Hva hvis algoritmen tar feil? </a:t>
            </a:r>
          </a:p>
          <a:p>
            <a:pPr marL="914400" lvl="1" indent="-457200">
              <a:buFont typeface="+mj-lt"/>
              <a:buAutoNum type="arabicPeriod"/>
            </a:pPr>
            <a:r>
              <a:rPr lang="nb-NO" dirty="0"/>
              <a:t>Blir ikke alvorlig sykdom likevel</a:t>
            </a:r>
          </a:p>
          <a:p>
            <a:pPr marL="914400" lvl="1" indent="-457200">
              <a:buFont typeface="+mj-lt"/>
              <a:buAutoNum type="arabicPeriod"/>
            </a:pPr>
            <a:r>
              <a:rPr lang="nb-NO" dirty="0"/>
              <a:t>Blir alvorlig sykdom likevel</a:t>
            </a:r>
          </a:p>
          <a:p>
            <a:pPr marL="514350" indent="-514350">
              <a:buFont typeface="+mj-lt"/>
              <a:buAutoNum type="arabicPeriod"/>
            </a:pPr>
            <a:endParaRPr lang="nb-NO" dirty="0"/>
          </a:p>
          <a:p>
            <a:pPr marL="514350" indent="-514350">
              <a:buFont typeface="+mj-lt"/>
              <a:buAutoNum type="arabicPeriod"/>
            </a:pP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10522264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6E7D3-CCD3-42E2-BCE8-1D21FAA3B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Case 2: </a:t>
            </a:r>
            <a:r>
              <a:rPr lang="nb-NO" dirty="0" err="1"/>
              <a:t>Altemeyer</a:t>
            </a:r>
            <a:r>
              <a:rPr lang="nb-NO" dirty="0"/>
              <a:t> 2019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6EC6DF-B9F7-436E-959D-083C589A361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nb-NO" dirty="0"/>
              <a:t>Rekruttering i bedrifter er kostbart, herunder </a:t>
            </a:r>
            <a:r>
              <a:rPr lang="nb-NO" dirty="0" err="1"/>
              <a:t>turn-over</a:t>
            </a:r>
            <a:r>
              <a:rPr lang="nb-NO" dirty="0"/>
              <a:t> </a:t>
            </a:r>
          </a:p>
          <a:p>
            <a:r>
              <a:rPr lang="nb-NO" dirty="0"/>
              <a:t>Gjelder ansettelser generelt, lederprogram spesielt</a:t>
            </a:r>
          </a:p>
          <a:p>
            <a:r>
              <a:rPr lang="nb-NO" dirty="0"/>
              <a:t>Utvelgelse i seg selv er tidkrevende – og upresist </a:t>
            </a:r>
          </a:p>
          <a:p>
            <a:r>
              <a:rPr lang="nb-NO" dirty="0"/>
              <a:t>Forslag: Algoritme for å predikere senere resultat, automatisere gjennomgang av søkere</a:t>
            </a:r>
          </a:p>
          <a:p>
            <a:endParaRPr lang="nb-NO" dirty="0"/>
          </a:p>
          <a:p>
            <a:endParaRPr lang="nb-NO" dirty="0"/>
          </a:p>
          <a:p>
            <a:endParaRPr lang="nb-NO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5864FD-4882-4842-B1B0-6DB3202CF7F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nb-NO" dirty="0"/>
              <a:t>Hvor presis bør en slik algoritme være for å være ok å bruke? </a:t>
            </a:r>
          </a:p>
          <a:p>
            <a:pPr marL="514350" indent="-514350">
              <a:buFont typeface="+mj-lt"/>
              <a:buAutoNum type="arabicPeriod"/>
            </a:pPr>
            <a:r>
              <a:rPr lang="nb-NO" dirty="0"/>
              <a:t>Er de to mulige feil like alvorlige?</a:t>
            </a:r>
          </a:p>
          <a:p>
            <a:pPr marL="971550" lvl="1" indent="-514350">
              <a:buFont typeface="+mj-lt"/>
              <a:buAutoNum type="arabicPeriod"/>
            </a:pPr>
            <a:r>
              <a:rPr lang="nb-NO" dirty="0"/>
              <a:t>Feil ansettelse (ikke talent likevel)</a:t>
            </a:r>
          </a:p>
          <a:p>
            <a:pPr marL="971550" lvl="1" indent="-514350">
              <a:buFont typeface="+mj-lt"/>
              <a:buAutoNum type="arabicPeriod"/>
            </a:pPr>
            <a:r>
              <a:rPr lang="nb-NO" dirty="0"/>
              <a:t>Feil ikke-ansettelse (skjult talent) </a:t>
            </a:r>
          </a:p>
          <a:p>
            <a:pPr marL="514350" indent="-514350">
              <a:buFont typeface="+mj-lt"/>
              <a:buAutoNum type="arabicPeriod"/>
            </a:pPr>
            <a:r>
              <a:rPr lang="nb-NO" dirty="0"/>
              <a:t>Er en slik rekruttering </a:t>
            </a:r>
            <a:r>
              <a:rPr lang="nb-NO" u="sng" dirty="0"/>
              <a:t>rettferdig</a:t>
            </a:r>
            <a:r>
              <a:rPr lang="nb-NO" dirty="0"/>
              <a:t>? På hvilken måte?</a:t>
            </a:r>
          </a:p>
          <a:p>
            <a:pPr marL="514350" indent="-514350">
              <a:buFont typeface="+mj-lt"/>
              <a:buAutoNum type="arabicPeriod"/>
            </a:pPr>
            <a:r>
              <a:rPr lang="nb-NO" dirty="0"/>
              <a:t>Utilsiktede konsekvenser?</a:t>
            </a:r>
          </a:p>
        </p:txBody>
      </p:sp>
    </p:spTree>
    <p:extLst>
      <p:ext uri="{BB962C8B-B14F-4D97-AF65-F5344CB8AC3E}">
        <p14:creationId xmlns:p14="http://schemas.microsoft.com/office/powerpoint/2010/main" val="2645956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AE9937-9F1A-4D58-AE90-685A8880EE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Case 3: </a:t>
            </a:r>
            <a:r>
              <a:rPr lang="nb-NO" dirty="0" err="1"/>
              <a:t>Caspi</a:t>
            </a:r>
            <a:r>
              <a:rPr lang="nb-NO" dirty="0"/>
              <a:t> et al 2016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F447E8-C5A3-4FDA-98CA-9A4F9F9999F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nb-NO" dirty="0"/>
              <a:t>Tidlig forebygging av sosiale problemer (bl.a. </a:t>
            </a:r>
            <a:r>
              <a:rPr lang="nb-NO"/>
              <a:t>kriminalitet) er </a:t>
            </a:r>
            <a:r>
              <a:rPr lang="nb-NO" dirty="0"/>
              <a:t>anerkjent som viktig </a:t>
            </a:r>
          </a:p>
          <a:p>
            <a:r>
              <a:rPr lang="nb-NO" dirty="0"/>
              <a:t>Tidlig identifisering av risiko kan gi tidlig intervensjon </a:t>
            </a:r>
          </a:p>
          <a:p>
            <a:r>
              <a:rPr lang="nb-NO" dirty="0"/>
              <a:t>Hvilken </a:t>
            </a:r>
            <a:r>
              <a:rPr lang="nb-NO" i="1" dirty="0"/>
              <a:t>type </a:t>
            </a:r>
            <a:r>
              <a:rPr lang="nb-NO" dirty="0"/>
              <a:t>intervensjon er ikke klart i artikkelen</a:t>
            </a:r>
          </a:p>
          <a:p>
            <a:r>
              <a:rPr lang="nb-NO" dirty="0"/>
              <a:t>Empirisk: beregner risiko ved </a:t>
            </a:r>
            <a:r>
              <a:rPr lang="nb-NO" i="1" dirty="0"/>
              <a:t>tre års alder</a:t>
            </a:r>
            <a:r>
              <a:rPr lang="nb-NO" dirty="0"/>
              <a:t> basert på en rekke tester og egenskaper ved foreldre</a:t>
            </a:r>
          </a:p>
          <a:p>
            <a:endParaRPr lang="nb-NO" dirty="0"/>
          </a:p>
          <a:p>
            <a:endParaRPr lang="nb-NO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34C6B5-B83E-4512-91FD-4F7087D75BD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nb-NO" dirty="0"/>
              <a:t>Er det ok å predikere risiko ved 3 års alder? </a:t>
            </a:r>
          </a:p>
          <a:p>
            <a:pPr marL="514350" indent="-514350">
              <a:buFont typeface="+mj-lt"/>
              <a:buAutoNum type="arabicPeriod"/>
            </a:pPr>
            <a:r>
              <a:rPr lang="nb-NO" dirty="0"/>
              <a:t>Hva slags tiltak kan man tenke seg at man kan sette i verk? </a:t>
            </a:r>
          </a:p>
          <a:p>
            <a:pPr marL="514350" indent="-514350">
              <a:buFont typeface="+mj-lt"/>
              <a:buAutoNum type="arabicPeriod"/>
            </a:pPr>
            <a:r>
              <a:rPr lang="nb-NO" dirty="0"/>
              <a:t>Gitt tiltak; hvor mye feil prediksjon er det rimelig å godta? </a:t>
            </a:r>
          </a:p>
          <a:p>
            <a:pPr marL="514350" indent="-514350">
              <a:buFont typeface="+mj-lt"/>
              <a:buAutoNum type="arabicPeriod"/>
            </a:pPr>
            <a:r>
              <a:rPr lang="nb-NO" dirty="0"/>
              <a:t>Utilsiktede konsekvenser?</a:t>
            </a:r>
          </a:p>
          <a:p>
            <a:pPr marL="514350" indent="-514350">
              <a:buFont typeface="+mj-lt"/>
              <a:buAutoNum type="arabicPeriod"/>
            </a:pPr>
            <a:endParaRPr lang="nb-NO" dirty="0"/>
          </a:p>
          <a:p>
            <a:endParaRPr lang="nb-NO" dirty="0"/>
          </a:p>
          <a:p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3231054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A4F971-C506-417A-9A63-FE686A0E2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Case 4: </a:t>
            </a:r>
            <a:r>
              <a:rPr lang="nb-NO" dirty="0" err="1"/>
              <a:t>Berk</a:t>
            </a:r>
            <a:r>
              <a:rPr lang="nb-NO" dirty="0"/>
              <a:t> et al 2016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CE7700-BA1A-4882-8CE4-E4FAC876A76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nb-NO" dirty="0"/>
              <a:t>Ved «</a:t>
            </a:r>
            <a:r>
              <a:rPr lang="nb-NO" dirty="0" err="1"/>
              <a:t>arraingment</a:t>
            </a:r>
            <a:r>
              <a:rPr lang="nb-NO" dirty="0"/>
              <a:t>» må tas stilling til om en mistenkt skal gå fri eller sitte i arrest/varetekt til rettssak kommer opp </a:t>
            </a:r>
          </a:p>
          <a:p>
            <a:r>
              <a:rPr lang="nb-NO" dirty="0"/>
              <a:t>Risiko for ny kriminalitet er sentral for vurderingen, men vanskelig å vurdere</a:t>
            </a:r>
          </a:p>
          <a:p>
            <a:r>
              <a:rPr lang="nb-NO" dirty="0"/>
              <a:t>Konkret case: menn arrestert for utøvd vold mot kvinnelig partner </a:t>
            </a:r>
          </a:p>
          <a:p>
            <a:endParaRPr lang="nb-NO" dirty="0"/>
          </a:p>
          <a:p>
            <a:endParaRPr lang="nb-NO" dirty="0"/>
          </a:p>
          <a:p>
            <a:endParaRPr lang="nb-NO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D6682E-480F-4C1E-A206-8C91B295019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nb-NO" dirty="0"/>
              <a:t>Er det ok å la en datamaskin avgjøre slik risiko? </a:t>
            </a:r>
          </a:p>
          <a:p>
            <a:pPr marL="514350" indent="-514350">
              <a:buFont typeface="+mj-lt"/>
              <a:buAutoNum type="arabicPeriod"/>
            </a:pPr>
            <a:r>
              <a:rPr lang="nb-NO" dirty="0"/>
              <a:t>Hvor mye </a:t>
            </a:r>
            <a:r>
              <a:rPr lang="nb-NO" u="sng" dirty="0"/>
              <a:t>feil</a:t>
            </a:r>
            <a:r>
              <a:rPr lang="nb-NO" dirty="0"/>
              <a:t> prediksjon er det rimelig å godta? </a:t>
            </a:r>
          </a:p>
          <a:p>
            <a:pPr marL="514350" indent="-514350">
              <a:buFont typeface="+mj-lt"/>
              <a:buAutoNum type="arabicPeriod"/>
            </a:pPr>
            <a:r>
              <a:rPr lang="nb-NO" dirty="0"/>
              <a:t>Det er to typer feil: </a:t>
            </a:r>
          </a:p>
          <a:p>
            <a:pPr marL="971550" lvl="1" indent="-514350">
              <a:buFont typeface="+mj-lt"/>
              <a:buAutoNum type="arabicPeriod"/>
            </a:pPr>
            <a:r>
              <a:rPr lang="nb-NO" dirty="0"/>
              <a:t>Fengsel – men ville ikke begått ny vold mot partner</a:t>
            </a:r>
          </a:p>
          <a:p>
            <a:pPr marL="971550" lvl="1" indent="-514350">
              <a:buFont typeface="+mj-lt"/>
              <a:buAutoNum type="arabicPeriod"/>
            </a:pPr>
            <a:r>
              <a:rPr lang="nb-NO" dirty="0"/>
              <a:t>Ikke fengsel – men begår ny vold mot partner</a:t>
            </a:r>
          </a:p>
          <a:p>
            <a:pPr marL="514350" indent="-514350">
              <a:buFont typeface="+mj-lt"/>
              <a:buAutoNum type="arabicPeriod"/>
            </a:pPr>
            <a:r>
              <a:rPr lang="nb-NO" dirty="0"/>
              <a:t>Hvor mange FP vil du godta per FN? (dvs. </a:t>
            </a:r>
            <a:r>
              <a:rPr lang="nb-NO" dirty="0" err="1"/>
              <a:t>cost</a:t>
            </a:r>
            <a:r>
              <a:rPr lang="nb-NO" dirty="0"/>
              <a:t> ratio)</a:t>
            </a:r>
          </a:p>
          <a:p>
            <a:pPr marL="514350" indent="-514350">
              <a:buFont typeface="+mj-lt"/>
              <a:buAutoNum type="arabicPeriod"/>
            </a:pP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16815929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463b6811-b0a4-4b2a-b932-72c4c970c5d2}" enabled="0" method="" siteId="{463b6811-b0a4-4b2a-b932-72c4c970c5d2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373</Words>
  <Application>Microsoft Office PowerPoint</Application>
  <PresentationFormat>Widescreen</PresentationFormat>
  <Paragraphs>42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Case 1: Heldt et al 2021</vt:lpstr>
      <vt:lpstr>Case 2: Altemeyer 2019</vt:lpstr>
      <vt:lpstr>Case 3: Caspi et al 2016</vt:lpstr>
      <vt:lpstr>Case 4: Berk et al 2016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Torbjørn Skardhamar</dc:creator>
  <cp:lastModifiedBy>Torbjørn Skardhamar</cp:lastModifiedBy>
  <cp:revision>1</cp:revision>
  <dcterms:created xsi:type="dcterms:W3CDTF">2026-01-06T11:48:59Z</dcterms:created>
  <dcterms:modified xsi:type="dcterms:W3CDTF">2026-01-06T11:49:55Z</dcterms:modified>
</cp:coreProperties>
</file>